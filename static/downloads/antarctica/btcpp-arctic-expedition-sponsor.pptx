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728b3f04364e10" /><Relationship Type="http://schemas.openxmlformats.org/officeDocument/2006/relationships/extended-properties" Target="/docProps/app.xml" Id="R8779ab01497b4a31" /><Relationship Type="http://schemas.openxmlformats.org/officeDocument/2006/relationships/officeDocument" Target="/ppt/presentation.xml" Id="Rdf53e4eb0a7a4f50" /></Relationships>
</file>

<file path=ppt/presentation.xml><?xml version="1.0" encoding="utf-8"?>
<p:presentation xmlns:p="http://schemas.openxmlformats.org/presentationml/2006/main">
  <p:sldMasterIdLst>
    <p:sldMasterId xmlns:r="http://schemas.openxmlformats.org/officeDocument/2006/relationships" id="2147483648" r:id="R937dde04fce8462b"/>
  </p:sldMasterIdLst>
  <p:notesMasterIdLst>
    <p:notesMasterId xmlns:r="http://schemas.openxmlformats.org/officeDocument/2006/relationships" r:id="R812bf60bd54a4fb0"/>
  </p:notesMasterIdLst>
  <p:sldIdLst>
    <p:sldId xmlns:r="http://schemas.openxmlformats.org/officeDocument/2006/relationships" id="256" r:id="R0fef04c66e9147d2"/>
    <p:sldId xmlns:r="http://schemas.openxmlformats.org/officeDocument/2006/relationships" id="257" r:id="Rd86aca2e8f1f4fc9"/>
    <p:sldId xmlns:r="http://schemas.openxmlformats.org/officeDocument/2006/relationships" id="258" r:id="R73f92599d7b04b71"/>
  </p:sldIdLst>
  <p:sldSz cx="15240000" cy="8572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937dde04fce8462b" /><Relationship Type="http://schemas.openxmlformats.org/officeDocument/2006/relationships/theme" Target="/ppt/theme/theme1.xml" Id="R23ed2394aeb64952" /><Relationship Type="http://schemas.openxmlformats.org/officeDocument/2006/relationships/notesMaster" Target="/ppt/notesMasters/notesMaster1.xml" Id="R812bf60bd54a4fb0" /><Relationship Type="http://schemas.openxmlformats.org/officeDocument/2006/relationships/presProps" Target="/ppt/presProps.xml" Id="Rd8d2050e95ab471d" /><Relationship Type="http://schemas.openxmlformats.org/officeDocument/2006/relationships/viewProps" Target="/ppt/viewProps.xml" Id="R9ed7a13c769c4cce" /><Relationship Type="http://schemas.openxmlformats.org/officeDocument/2006/relationships/tableStyles" Target="/ppt/tableStyles.xml" Id="R2e4cf37fc5b74c02" /><Relationship Type="http://schemas.openxmlformats.org/officeDocument/2006/relationships/slide" Target="/ppt/slides/slide1.xml" Id="R0fef04c66e9147d2" /><Relationship Type="http://schemas.openxmlformats.org/officeDocument/2006/relationships/slide" Target="/ppt/slides/slide2.xml" Id="Rd86aca2e8f1f4fc9" /><Relationship Type="http://schemas.openxmlformats.org/officeDocument/2006/relationships/slide" Target="/ppt/slides/slide3.xml" Id="R73f92599d7b04b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f4fc2f8663b4f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60c0c6752e408d" /><Relationship Type="http://schemas.openxmlformats.org/officeDocument/2006/relationships/notesMaster" Target="/ppt/notesMasters/notesMaster1.xml" Id="Rff2f56ec077e4e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90a7e9978541a0" /><Relationship Type="http://schemas.openxmlformats.org/officeDocument/2006/relationships/notesMaster" Target="/ppt/notesMasters/notesMaster1.xml" Id="Re65ceb43f8c54b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50e4cf62874a39" /><Relationship Type="http://schemas.openxmlformats.org/officeDocument/2006/relationships/notesMaster" Target="/ppt/notesMasters/notesMaster1.xml" Id="Rd0050566f97e47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e62d21cb0741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ef2ac9585d4c76" /></Relationships>
</file>

<file path=ppt/slideLayouts/slideLayout2.xml><?xml version="1.0" encoding="utf-8"?>
<p:sldLayout xmlns:p="http://schemas.openxmlformats.org/presentationml/2006/main">
  <p:cSld>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38dbba5782a4521" /><Relationship Type="http://schemas.openxmlformats.org/officeDocument/2006/relationships/slideLayout" Target="/ppt/slideLayouts/slideLayout2.xml" Id="R7278ce9f162a4804" /><Relationship Type="http://schemas.openxmlformats.org/officeDocument/2006/relationships/slideLayout" Target="/ppt/slideLayouts/slideLayout3.xml" Id="Rcbbe21eea9044a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78ce9f162a4804"/>
    <p:sldLayoutId xmlns:r="http://schemas.openxmlformats.org/officeDocument/2006/relationships" id="2147483650" r:id="Rcbbe21eea9044a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2b9862f989434f9d" /><Relationship Type="http://schemas.openxmlformats.org/officeDocument/2006/relationships/image" Target="/ppt/media/image.png" Id="Rac821f2edd9649d8" /><Relationship Type="http://schemas.openxmlformats.org/officeDocument/2006/relationships/image" Target="/ppt/media/image2.png" Id="R9526567dfadc44ca" /><Relationship Type="http://schemas.openxmlformats.org/officeDocument/2006/relationships/notesSlide" Target="/ppt/notesSlides/notesSlide1.xml" Id="R6cf340ee368f4e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94aed790c6846ca" /><Relationship Type="http://schemas.openxmlformats.org/officeDocument/2006/relationships/image" Target="/ppt/media/image.bin" Id="Rdd66ab06a2694948" /><Relationship Type="http://schemas.openxmlformats.org/officeDocument/2006/relationships/image" Target="/ppt/media/image2.bin" Id="R524997ca16f6493b" /><Relationship Type="http://schemas.openxmlformats.org/officeDocument/2006/relationships/notesSlide" Target="/ppt/notesSlides/notesSlide2.xml" Id="R45cf10b7752941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a258a892fa014ad6" /><Relationship Type="http://schemas.openxmlformats.org/officeDocument/2006/relationships/image" Target="/ppt/media/image3.png" Id="Rba1ef5f334aa4ddc" /><Relationship Type="http://schemas.openxmlformats.org/officeDocument/2006/relationships/image" Target="/ppt/media/image.svg" Id="R95831e443f2c4ea6" /><Relationship Type="http://schemas.openxmlformats.org/officeDocument/2006/relationships/image" Target="/ppt/media/image.bin" Id="R225e1495d9d541d8" /><Relationship Type="http://schemas.openxmlformats.org/officeDocument/2006/relationships/image" Target="/ppt/media/image2.svg" Id="Re23087312c18433d" /><Relationship Type="http://schemas.openxmlformats.org/officeDocument/2006/relationships/image" Target="/ppt/media/image2.bin" Id="R8c4adf9c6bc140c1" /><Relationship Type="http://schemas.openxmlformats.org/officeDocument/2006/relationships/notesSlide" Target="/ppt/notesSlides/notesSlide3.xml" Id="Rf5ea1d15ec8b4a17" /></Relationships>
</file>

<file path=ppt/slides/slide1.xml><?xml version="1.0" encoding="utf-8"?>
<p:sld xmlns:p="http://schemas.openxmlformats.org/presentationml/2006/main">
  <p:cSld>
    <p:bg>
      <p:bgPr>
        <a:solidFill xmlns:a="http://schemas.openxmlformats.org/drawingml/2006/main">
          <a:srgbClr val="F4F0E0"/>
        </a:solidFill>
      </p:bgPr>
    </p:bg>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ac821f2edd9649d8"/>
          <a:srcRect xmlns:a="http://schemas.openxmlformats.org/drawingml/2006/main" l="3889" t="0" r="3889" b="0"/>
          <a:stretch xmlns:a="http://schemas.openxmlformats.org/drawingml/2006/main">
            <a:fillRect l="0" t="0" r="0" b="0"/>
          </a:stretch>
        </p:blipFill>
        <p:spPr>
          <a:xfrm xmlns:a="http://schemas.openxmlformats.org/drawingml/2006/main">
            <a:off x="7334250" y="0"/>
            <a:ext cx="7905750" cy="8572500"/>
          </a:xfrm>
          <a:prstGeom xmlns:a="http://schemas.openxmlformats.org/drawingml/2006/main" prst="rect">
            <a:avLst/>
          </a:prstGeom>
        </p:spPr>
      </p:pic>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526567dfadc44ca"/>
          <a:stretch xmlns:a="http://schemas.openxmlformats.org/drawingml/2006/main"/>
        </p:blipFill>
        <p:spPr>
          <a:xfrm xmlns:a="http://schemas.openxmlformats.org/drawingml/2006/main">
            <a:off x="552450" y="428625"/>
            <a:ext cx="1560767" cy="457200"/>
          </a:xfrm>
          <a:prstGeom xmlns:a="http://schemas.openxmlformats.org/drawingml/2006/main" prst="rect">
            <a:avLst/>
          </a:prstGeom>
        </p:spPr>
      </p:pic>
      <p:sp>
        <p:nvSpPr>
          <p:cNvPr id="3" name="edition">
            <a:extLst xmlns:a="http://schemas.openxmlformats.org/drawingml/2006/main">
              <a:ext uri="{FF2B5EF4-FFF2-40B4-BE49-F238E27FC236}">
                <a16:creationId xmlns:a16="http://schemas.microsoft.com/office/drawing/2014/main" id="{D6BEFECD-CE78-4857-94D9-B002087AAF90}"/>
              </a:ext>
            </a:extLst>
          </p:cNvPr>
          <p:cNvSpPr>
            <a:spLocks xmlns:a="http://schemas.openxmlformats.org/drawingml/2006/main" noGrp="1"/>
          </p:cNvSpPr>
          <p:nvPr/>
        </p:nvSpPr>
        <p:spPr>
          <a:xfrm xmlns:a="http://schemas.openxmlformats.org/drawingml/2006/main">
            <a:off x="2428875" y="523875"/>
            <a:ext cx="428625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425" b="0">
                <a:solidFill>
                  <a:srgbClr val="536B73"/>
                </a:solidFill>
                <a:latin typeface="Courier New"/>
                <a:ea typeface="Courier New"/>
                <a:cs typeface="Courier New"/>
              </a:defRPr>
            </a:pPr>
            <a:r>
              <a:rPr sz="1425" b="0">
                <a:solidFill>
                  <a:srgbClr val="536B73"/>
                </a:solidFill>
                <a:latin typeface="Courier New"/>
                <a:ea typeface="Courier New"/>
                <a:cs typeface="Courier New"/>
              </a:rPr>
              <a:t>// COLD STORAGE EDITION</a:t>
            </a:r>
          </a:p>
        </p:txBody>
      </p:sp>
      <p:sp>
        <p:nvSpPr>
          <p:cNvPr id="4" name="hero-title">
            <a:extLst xmlns:a="http://schemas.openxmlformats.org/drawingml/2006/main">
              <a:ext uri="{FF2B5EF4-FFF2-40B4-BE49-F238E27FC236}">
                <a16:creationId xmlns:a16="http://schemas.microsoft.com/office/drawing/2014/main" id="{2BA2800D-DDA9-41E8-A0C8-82F6E992CA1E}"/>
              </a:ext>
            </a:extLst>
          </p:cNvPr>
          <p:cNvSpPr>
            <a:spLocks xmlns:a="http://schemas.openxmlformats.org/drawingml/2006/main" noGrp="1"/>
          </p:cNvSpPr>
          <p:nvPr/>
        </p:nvSpPr>
        <p:spPr>
          <a:xfrm xmlns:a="http://schemas.openxmlformats.org/drawingml/2006/main">
            <a:off x="523875" y="3838575"/>
            <a:ext cx="6715125" cy="8953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6825" b="0">
                <a:solidFill>
                  <a:srgbClr val="12343E"/>
                </a:solidFill>
                <a:latin typeface="Georgia"/>
                <a:ea typeface="Georgia"/>
                <a:cs typeface="Georgia"/>
              </a:defRPr>
            </a:pPr>
            <a:r>
              <a:rPr sz="5850" b="0">
                <a:solidFill>
                  <a:srgbClr val="12343E"/>
                </a:solidFill>
                <a:latin typeface="Georgia"/>
                <a:ea typeface="Georgia"/>
                <a:cs typeface="Georgia"/>
              </a:rPr>
              <a:t>Send your brand</a:t>
            </a:r>
          </a:p>
        </p:txBody>
      </p:sp>
      <p:sp>
        <p:nvSpPr>
          <p:cNvPr id="5" name="hero-title-second">
            <a:extLst xmlns:a="http://schemas.openxmlformats.org/drawingml/2006/main">
              <a:ext uri="{FF2B5EF4-FFF2-40B4-BE49-F238E27FC236}">
                <a16:creationId xmlns:a16="http://schemas.microsoft.com/office/drawing/2014/main" id="{2C7366A6-1295-41A9-9CD2-89B468955807}"/>
              </a:ext>
            </a:extLst>
          </p:cNvPr>
          <p:cNvSpPr>
            <a:spLocks xmlns:a="http://schemas.openxmlformats.org/drawingml/2006/main" noGrp="1"/>
          </p:cNvSpPr>
          <p:nvPr/>
        </p:nvSpPr>
        <p:spPr>
          <a:xfrm xmlns:a="http://schemas.openxmlformats.org/drawingml/2006/main">
            <a:off x="523875" y="4667250"/>
            <a:ext cx="6715125" cy="1095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6825" b="0">
                <a:solidFill>
                  <a:srgbClr val="12343E"/>
                </a:solidFill>
                <a:latin typeface="Georgia"/>
                <a:ea typeface="Georgia"/>
                <a:cs typeface="Georgia"/>
              </a:defRPr>
            </a:pPr>
            <a:r>
              <a:rPr sz="3450" b="0">
                <a:solidFill>
                  <a:srgbClr val="12343E"/>
                </a:solidFill>
                <a:latin typeface="Georgia"/>
                <a:ea typeface="Georgia"/>
                <a:cs typeface="Georgia"/>
              </a:rPr>
              <a:t>to the farthest reaches of
the globe</a:t>
            </a:r>
          </a:p>
        </p:txBody>
      </p:sp>
      <p:sp>
        <p:nvSpPr>
          <p:cNvPr id="8" name="hero-rule">
            <a:extLst xmlns:a="http://schemas.openxmlformats.org/drawingml/2006/main">
              <a:ext uri="{FF2B5EF4-FFF2-40B4-BE49-F238E27FC236}">
                <a16:creationId xmlns:a16="http://schemas.microsoft.com/office/drawing/2014/main" id="{694BA3B5-213C-4E15-8936-F16736EEF778}"/>
              </a:ext>
            </a:extLst>
          </p:cNvPr>
          <p:cNvSpPr>
            <a:spLocks xmlns:a="http://schemas.openxmlformats.org/drawingml/2006/main" noGrp="1"/>
          </p:cNvSpPr>
          <p:nvPr/>
        </p:nvSpPr>
        <p:spPr>
          <a:xfrm xmlns:a="http://schemas.openxmlformats.org/drawingml/2006/main">
            <a:off x="571500" y="6267450"/>
            <a:ext cx="6000750" cy="19050"/>
          </a:xfrm>
          <a:prstGeom xmlns:a="http://schemas.openxmlformats.org/drawingml/2006/main" prst="rect">
            <a:avLst/>
          </a:prstGeom>
          <a:solidFill xmlns:a="http://schemas.openxmlformats.org/drawingml/2006/main">
            <a:srgbClr val="D37A4E"/>
          </a:solidFill>
          <a:ln xmlns:a="http://schemas.openxmlformats.org/drawingml/2006/main" w="0">
            <a:solidFill>
              <a:srgbClr val="000000">
                <a:alpha val="0"/>
              </a:srgbClr>
            </a:solidFill>
            <a:prstDash val="solid"/>
          </a:ln>
        </p:spPr>
      </p:sp>
      <p:sp>
        <p:nvSpPr>
          <p:cNvPr id="9" name="expedition-location">
            <a:extLst xmlns:a="http://schemas.openxmlformats.org/drawingml/2006/main">
              <a:ext uri="{FF2B5EF4-FFF2-40B4-BE49-F238E27FC236}">
                <a16:creationId xmlns:a16="http://schemas.microsoft.com/office/drawing/2014/main" id="{1AD67443-52F5-43A0-9321-D4DD144D8B0E}"/>
              </a:ext>
            </a:extLst>
          </p:cNvPr>
          <p:cNvSpPr>
            <a:spLocks xmlns:a="http://schemas.openxmlformats.org/drawingml/2006/main" noGrp="1"/>
          </p:cNvSpPr>
          <p:nvPr/>
        </p:nvSpPr>
        <p:spPr>
          <a:xfrm xmlns:a="http://schemas.openxmlformats.org/drawingml/2006/main">
            <a:off x="571500" y="6524625"/>
            <a:ext cx="6286500" cy="3048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650" b="0">
                <a:solidFill>
                  <a:srgbClr val="12343E"/>
                </a:solidFill>
                <a:latin typeface="Courier New"/>
                <a:ea typeface="Courier New"/>
                <a:cs typeface="Courier New"/>
              </a:defRPr>
            </a:pPr>
            <a:r>
              <a:rPr sz="1650" b="0">
                <a:solidFill>
                  <a:srgbClr val="12343E"/>
                </a:solidFill>
                <a:latin typeface="Courier New"/>
                <a:ea typeface="Courier New"/>
                <a:cs typeface="Courier New"/>
              </a:rPr>
              <a:t>ANTARCTICA</a:t>
            </a:r>
          </a:p>
        </p:txBody>
      </p:sp>
      <p:sp>
        <p:nvSpPr>
          <p:cNvPr id="10" name="expedition-date">
            <a:extLst xmlns:a="http://schemas.openxmlformats.org/drawingml/2006/main">
              <a:ext uri="{FF2B5EF4-FFF2-40B4-BE49-F238E27FC236}">
                <a16:creationId xmlns:a16="http://schemas.microsoft.com/office/drawing/2014/main" id="{EF415AD8-7D82-4CD3-9202-A6D0F537E28B}"/>
              </a:ext>
            </a:extLst>
          </p:cNvPr>
          <p:cNvSpPr>
            <a:spLocks xmlns:a="http://schemas.openxmlformats.org/drawingml/2006/main" noGrp="1"/>
          </p:cNvSpPr>
          <p:nvPr/>
        </p:nvSpPr>
        <p:spPr>
          <a:xfrm xmlns:a="http://schemas.openxmlformats.org/drawingml/2006/main">
            <a:off x="571500" y="6934200"/>
            <a:ext cx="6286500" cy="3048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650" b="0">
                <a:solidFill>
                  <a:srgbClr val="12343E"/>
                </a:solidFill>
                <a:latin typeface="Courier New"/>
                <a:ea typeface="Courier New"/>
                <a:cs typeface="Courier New"/>
              </a:defRPr>
            </a:pPr>
            <a:r>
              <a:rPr sz="1650" b="0">
                <a:solidFill>
                  <a:srgbClr val="12343E"/>
                </a:solidFill>
                <a:latin typeface="Courier New"/>
                <a:ea typeface="Courier New"/>
                <a:cs typeface="Courier New"/>
              </a:rPr>
              <a:t>JANUARY 24–FEBRUARY 5, 2028</a:t>
            </a:r>
          </a:p>
        </p:txBody>
      </p:sp>
      <p:sp>
        <p:nvSpPr>
          <p:cNvPr id="11" name="sponsor-kicker">
            <a:extLst xmlns:a="http://schemas.openxmlformats.org/drawingml/2006/main">
              <a:ext uri="{FF2B5EF4-FFF2-40B4-BE49-F238E27FC236}">
                <a16:creationId xmlns:a16="http://schemas.microsoft.com/office/drawing/2014/main" id="{F9903BC4-DA5E-4F16-B66E-38A9F8F7E230}"/>
              </a:ext>
            </a:extLst>
          </p:cNvPr>
          <p:cNvSpPr>
            <a:spLocks xmlns:a="http://schemas.openxmlformats.org/drawingml/2006/main" noGrp="1"/>
          </p:cNvSpPr>
          <p:nvPr/>
        </p:nvSpPr>
        <p:spPr>
          <a:xfrm xmlns:a="http://schemas.openxmlformats.org/drawingml/2006/main">
            <a:off x="571500" y="7724775"/>
            <a:ext cx="619125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350" b="0">
                <a:solidFill>
                  <a:srgbClr val="536B73"/>
                </a:solidFill>
                <a:latin typeface="Courier New"/>
                <a:ea typeface="Courier New"/>
                <a:cs typeface="Courier New"/>
              </a:defRPr>
            </a:pPr>
            <a:r>
              <a:rPr sz="1350" b="0">
                <a:solidFill>
                  <a:srgbClr val="536B73"/>
                </a:solidFill>
                <a:latin typeface="Courier New"/>
                <a:ea typeface="Courier New"/>
                <a:cs typeface="Courier New"/>
              </a:rPr>
              <a:t>PARKA SPONSORSHIP</a:t>
            </a:r>
          </a:p>
        </p:txBody>
      </p:sp>
    </p:spTree>
    <p:extLst>
      <p:ext uri="{BB962C8B-B14F-4D97-AF65-F5344CB8AC3E}">
        <p14:creationId xmlns:p14="http://schemas.microsoft.com/office/powerpoint/2010/main" val="2077577804"/>
      </p:ext>
    </p:extLst>
  </p:cSld>
</p:sld>
</file>

<file path=ppt/slides/slide2.xml><?xml version="1.0" encoding="utf-8"?>
<p:sld xmlns:p="http://schemas.openxmlformats.org/presentationml/2006/main">
  <p:cSld>
    <p:bg>
      <p:bgPr>
        <a:solidFill xmlns:a="http://schemas.openxmlformats.org/drawingml/2006/main">
          <a:srgbClr val="F4F0E0"/>
        </a:solidFill>
      </p:bgPr>
    </p:bg>
    <p:spTree>
      <p:nvGrpSpPr>
        <p:cNvPr id="1" name=""/>
        <p:cNvGrpSpPr/>
        <p:nvPr/>
      </p:nvGrpSpPr>
      <p:grpSpPr>
        <a:xfrm xmlns:a="http://schemas.openxmlformats.org/drawingml/2006/main"/>
      </p:grpSpPr>
      <p:sp>
        <p:nvSpPr>
          <p:cNvPr id="1" name="photo-kicker">
            <a:extLst xmlns:a="http://schemas.openxmlformats.org/drawingml/2006/main">
              <a:ext uri="{FF2B5EF4-FFF2-40B4-BE49-F238E27FC236}">
                <a16:creationId xmlns:a16="http://schemas.microsoft.com/office/drawing/2014/main" id="{BB925B73-119E-4466-A209-63F002B672ED}"/>
              </a:ext>
            </a:extLst>
          </p:cNvPr>
          <p:cNvSpPr>
            <a:spLocks xmlns:a="http://schemas.openxmlformats.org/drawingml/2006/main" noGrp="1"/>
          </p:cNvSpPr>
          <p:nvPr/>
        </p:nvSpPr>
        <p:spPr>
          <a:xfrm xmlns:a="http://schemas.openxmlformats.org/drawingml/2006/main">
            <a:off x="571500" y="333375"/>
            <a:ext cx="13811250" cy="2667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275" b="0">
                <a:solidFill>
                  <a:srgbClr val="536B73"/>
                </a:solidFill>
                <a:latin typeface="Courier New"/>
                <a:ea typeface="Courier New"/>
                <a:cs typeface="Courier New"/>
              </a:defRPr>
            </a:pPr>
            <a:r>
              <a:rPr sz="1275" b="0">
                <a:solidFill>
                  <a:srgbClr val="536B73"/>
                </a:solidFill>
                <a:latin typeface="Courier New"/>
                <a:ea typeface="Courier New"/>
                <a:cs typeface="Courier New"/>
              </a:rPr>
              <a:t>THE EXPEDITION / YOUR BRAND IN THE FIELD</a:t>
            </a:r>
          </a:p>
        </p:txBody>
      </p:sp>
      <p:sp>
        <p:nvSpPr>
          <p:cNvPr id="2" name="photo-title">
            <a:extLst xmlns:a="http://schemas.openxmlformats.org/drawingml/2006/main">
              <a:ext uri="{FF2B5EF4-FFF2-40B4-BE49-F238E27FC236}">
                <a16:creationId xmlns:a16="http://schemas.microsoft.com/office/drawing/2014/main" id="{D8EC53F4-CECE-452B-9AE6-8EBBB941C59F}"/>
              </a:ext>
            </a:extLst>
          </p:cNvPr>
          <p:cNvSpPr>
            <a:spLocks xmlns:a="http://schemas.openxmlformats.org/drawingml/2006/main" noGrp="1"/>
          </p:cNvSpPr>
          <p:nvPr/>
        </p:nvSpPr>
        <p:spPr>
          <a:xfrm xmlns:a="http://schemas.openxmlformats.org/drawingml/2006/main">
            <a:off x="523875" y="809625"/>
            <a:ext cx="14192250" cy="857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4650" b="0">
                <a:solidFill>
                  <a:srgbClr val="12343E"/>
                </a:solidFill>
                <a:latin typeface="Georgia"/>
                <a:ea typeface="Georgia"/>
                <a:cs typeface="Georgia"/>
              </a:defRPr>
            </a:pPr>
            <a:r>
              <a:rPr sz="4650" b="0">
                <a:solidFill>
                  <a:srgbClr val="12343E"/>
                </a:solidFill>
                <a:latin typeface="Georgia"/>
                <a:ea typeface="Georgia"/>
                <a:cs typeface="Georgia"/>
              </a:rPr>
              <a:t>Be part of the stories they bring home.</a:t>
            </a:r>
          </a:p>
        </p:txBody>
      </p:sp>
      <p:sp>
        <p:nvSpPr>
          <p:cNvPr id="3" name="photo-subtitle">
            <a:extLst xmlns:a="http://schemas.openxmlformats.org/drawingml/2006/main">
              <a:ext uri="{FF2B5EF4-FFF2-40B4-BE49-F238E27FC236}">
                <a16:creationId xmlns:a16="http://schemas.microsoft.com/office/drawing/2014/main" id="{2AB30E59-5569-485F-A27A-223054D88E02}"/>
              </a:ext>
            </a:extLst>
          </p:cNvPr>
          <p:cNvSpPr>
            <a:spLocks xmlns:a="http://schemas.openxmlformats.org/drawingml/2006/main" noGrp="1"/>
          </p:cNvSpPr>
          <p:nvPr/>
        </p:nvSpPr>
        <p:spPr>
          <a:xfrm xmlns:a="http://schemas.openxmlformats.org/drawingml/2006/main">
            <a:off x="571500" y="1809750"/>
            <a:ext cx="14001750" cy="3619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950" b="0">
                <a:solidFill>
                  <a:srgbClr val="536B73"/>
                </a:solidFill>
                <a:latin typeface="Arial"/>
                <a:ea typeface="Arial"/>
                <a:cs typeface="Arial"/>
              </a:defRPr>
            </a:pPr>
            <a:r>
              <a:rPr sz="1950" b="0">
                <a:solidFill>
                  <a:srgbClr val="536B73"/>
                </a:solidFill>
                <a:latin typeface="Arial"/>
                <a:ea typeface="Arial"/>
                <a:cs typeface="Arial"/>
              </a:rPr>
              <a:t>A small group. An extraordinary setting. Your patch on the parkas they take south.</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dd66ab06a2694948"/>
          <a:srcRect xmlns:a="http://schemas.openxmlformats.org/drawingml/2006/main" l="0" t="8643" r="0" b="8643"/>
          <a:stretch xmlns:a="http://schemas.openxmlformats.org/drawingml/2006/main">
            <a:fillRect l="0" t="0" r="0" b="0"/>
          </a:stretch>
        </p:blipFill>
        <p:spPr>
          <a:xfrm xmlns:a="http://schemas.openxmlformats.org/drawingml/2006/main">
            <a:off x="571500" y="2514600"/>
            <a:ext cx="8763000" cy="4572000"/>
          </a:xfrm>
          <a:prstGeom xmlns:a="http://schemas.openxmlformats.org/drawingml/2006/main" prst="rect">
            <a:avLst/>
          </a:prstGeom>
        </p:spPr>
      </p:pic>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24997ca16f6493b"/>
          <a:srcRect xmlns:a="http://schemas.openxmlformats.org/drawingml/2006/main" l="0" t="0" r="0" b="0"/>
          <a:stretch xmlns:a="http://schemas.openxmlformats.org/drawingml/2006/main">
            <a:fillRect l="0" t="0" r="0" b="0"/>
          </a:stretch>
        </p:blipFill>
        <p:spPr>
          <a:xfrm xmlns:a="http://schemas.openxmlformats.org/drawingml/2006/main">
            <a:off x="9525000" y="2514600"/>
            <a:ext cx="5143500" cy="3429000"/>
          </a:xfrm>
          <a:prstGeom xmlns:a="http://schemas.openxmlformats.org/drawingml/2006/main" prst="rect">
            <a:avLst/>
          </a:prstGeom>
        </p:spPr>
      </p:pic>
      <p:sp>
        <p:nvSpPr>
          <p:cNvPr id="6" name="trip-moments">
            <a:extLst xmlns:a="http://schemas.openxmlformats.org/drawingml/2006/main">
              <a:ext uri="{FF2B5EF4-FFF2-40B4-BE49-F238E27FC236}">
                <a16:creationId xmlns:a16="http://schemas.microsoft.com/office/drawing/2014/main" id="{F1421A6F-44C1-4410-9F9C-DD015DD91FCA}"/>
              </a:ext>
            </a:extLst>
          </p:cNvPr>
          <p:cNvSpPr>
            <a:spLocks xmlns:a="http://schemas.openxmlformats.org/drawingml/2006/main" noGrp="1"/>
          </p:cNvSpPr>
          <p:nvPr/>
        </p:nvSpPr>
        <p:spPr>
          <a:xfrm xmlns:a="http://schemas.openxmlformats.org/drawingml/2006/main">
            <a:off x="9525000" y="6096000"/>
            <a:ext cx="5143500" cy="1905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12343E"/>
                </a:solidFill>
                <a:latin typeface="Arial"/>
                <a:ea typeface="Arial"/>
                <a:cs typeface="Arial"/>
              </a:defRPr>
            </a:pPr>
            <a:r>
              <a:rPr sz="1725" b="0">
                <a:solidFill>
                  <a:srgbClr val="12343E"/>
                </a:solidFill>
                <a:latin typeface="Arial"/>
                <a:ea typeface="Arial"/>
                <a:cs typeface="Arial"/>
              </a:rPr>
              <a:t>For seven days, a group of intrepid </a:t>
            </a:r>
            <a:r>
              <a:rPr sz="1725" b="1" i="1">
                <a:solidFill>
                  <a:srgbClr val="12343E"/>
                </a:solidFill>
                <a:latin typeface="Ubuntu"/>
                <a:ea typeface="Ubuntu"/>
                <a:cs typeface="Ubuntu"/>
              </a:rPr>
              <a:t>bitcoin++</a:t>
            </a:r>
            <a:r>
              <a:rPr sz="1725" b="0">
                <a:solidFill>
                  <a:srgbClr val="12343E"/>
                </a:solidFill>
                <a:latin typeface="Arial"/>
                <a:ea typeface="Arial"/>
                <a:cs typeface="Arial"/>
              </a:rPr>
              <a:t> partners and developers will be trekking across the farthest reaches of the planet. You don't have to stay at home -- send your brand where no brand has been before</a:t>
            </a:r>
          </a:p>
        </p:txBody>
      </p:sp>
      <p:sp>
        <p:nvSpPr>
          <p:cNvPr id="8" name="sponsor-value">
            <a:extLst xmlns:a="http://schemas.openxmlformats.org/drawingml/2006/main">
              <a:ext uri="{FF2B5EF4-FFF2-40B4-BE49-F238E27FC236}">
                <a16:creationId xmlns:a16="http://schemas.microsoft.com/office/drawing/2014/main" id="{E6AA5920-6585-40A5-8CE2-66BCAEF62B58}"/>
              </a:ext>
            </a:extLst>
          </p:cNvPr>
          <p:cNvSpPr>
            <a:spLocks xmlns:a="http://schemas.openxmlformats.org/drawingml/2006/main" noGrp="1"/>
          </p:cNvSpPr>
          <p:nvPr/>
        </p:nvSpPr>
        <p:spPr>
          <a:xfrm xmlns:a="http://schemas.openxmlformats.org/drawingml/2006/main">
            <a:off x="571500" y="7353300"/>
            <a:ext cx="14097000" cy="4476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625" b="0">
                <a:solidFill>
                  <a:srgbClr val="12343E"/>
                </a:solidFill>
                <a:latin typeface="Georgia"/>
                <a:ea typeface="Georgia"/>
                <a:cs typeface="Georgia"/>
              </a:defRPr>
            </a:pPr>
            <a:r>
              <a:rPr sz="2625" b="0">
                <a:solidFill>
                  <a:srgbClr val="12343E"/>
                </a:solidFill>
                <a:latin typeface="Georgia"/>
                <a:ea typeface="Georgia"/>
                <a:cs typeface="Georgia"/>
              </a:rPr>
              <a:t>Put your name alongside the adventure.</a:t>
            </a:r>
          </a:p>
        </p:txBody>
      </p:sp>
      <p:sp>
        <p:nvSpPr>
          <p:cNvPr id="10" name="photo-credit">
            <a:extLst xmlns:a="http://schemas.openxmlformats.org/drawingml/2006/main">
              <a:ext uri="{FF2B5EF4-FFF2-40B4-BE49-F238E27FC236}">
                <a16:creationId xmlns:a16="http://schemas.microsoft.com/office/drawing/2014/main" id="{F3385F8C-8436-45F6-AF0F-154257296B9C}"/>
              </a:ext>
            </a:extLst>
          </p:cNvPr>
          <p:cNvSpPr>
            <a:spLocks xmlns:a="http://schemas.openxmlformats.org/drawingml/2006/main" noGrp="1"/>
          </p:cNvSpPr>
          <p:nvPr/>
        </p:nvSpPr>
        <p:spPr>
          <a:xfrm xmlns:a="http://schemas.openxmlformats.org/drawingml/2006/main">
            <a:off x="571500" y="8248650"/>
            <a:ext cx="14001750" cy="171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536B73"/>
                </a:solidFill>
                <a:latin typeface="Arial"/>
                <a:ea typeface="Arial"/>
                <a:cs typeface="Arial"/>
              </a:defRPr>
            </a:pPr>
            <a:r>
              <a:rPr sz="900" b="0">
                <a:solidFill>
                  <a:srgbClr val="536B73"/>
                </a:solidFill>
                <a:latin typeface="Arial"/>
                <a:ea typeface="Arial"/>
                <a:cs typeface="Arial"/>
              </a:rPr>
              <a:t>Photos: Adventure Life · Antarctica Basecamp</a:t>
            </a:r>
          </a:p>
        </p:txBody>
      </p:sp>
    </p:spTree>
    <p:extLst>
      <p:ext uri="{BB962C8B-B14F-4D97-AF65-F5344CB8AC3E}">
        <p14:creationId xmlns:p14="http://schemas.microsoft.com/office/powerpoint/2010/main" val="1472411053"/>
      </p:ext>
    </p:extLst>
  </p:cSld>
</p:sld>
</file>

<file path=ppt/slides/slide3.xml><?xml version="1.0" encoding="utf-8"?>
<p:sld xmlns:p="http://schemas.openxmlformats.org/presentationml/2006/main">
  <p:cSld>
    <p:bg>
      <p:bgPr>
        <a:solidFill xmlns:a="http://schemas.openxmlformats.org/drawingml/2006/main">
          <a:srgbClr val="F3EFDF"/>
        </a:solidFill>
      </p:bgPr>
    </p:bg>
    <p:spTree>
      <p:nvGrpSpPr>
        <p:cNvPr id="1" name=""/>
        <p:cNvGrpSpPr/>
        <p:nvPr/>
      </p:nvGrpSpPr>
      <p:grpSpPr>
        <a:xfrm xmlns:a="http://schemas.openxmlformats.org/drawingml/2006/main"/>
      </p:grpSpPr>
      <p:pic>
        <p:nvPicPr>
          <p:cNvPr id="1" name="webpage-bitcoin-wordmark"/>
          <p:cNvPicPr>
            <a:picLocks xmlns:a="http://schemas.openxmlformats.org/drawingml/2006/main" noChangeAspect="1"/>
          </p:cNvPicPr>
          <p:nvPr/>
        </p:nvPicPr>
        <p:blipFill>
          <a:blip xmlns:r="http://schemas.openxmlformats.org/officeDocument/2006/relationships" xmlns:a="http://schemas.openxmlformats.org/drawingml/2006/main" r:embed="Rba1ef5f334aa4ddc"/>
          <a:stretch xmlns:a="http://schemas.openxmlformats.org/drawingml/2006/main"/>
        </p:blipFill>
        <p:spPr>
          <a:xfrm xmlns:a="http://schemas.openxmlformats.org/drawingml/2006/main">
            <a:off x="552450" y="288925"/>
            <a:ext cx="1571625" cy="460375"/>
          </a:xfrm>
          <a:prstGeom xmlns:a="http://schemas.openxmlformats.org/drawingml/2006/main" prst="rect">
            <a:avLst/>
          </a:prstGeom>
        </p:spPr>
      </p:pic>
      <p:sp>
        <p:nvSpPr>
          <p:cNvPr id="2" name="kicker-marker">
            <a:extLst xmlns:a="http://schemas.openxmlformats.org/drawingml/2006/main">
              <a:ext uri="{FF2B5EF4-FFF2-40B4-BE49-F238E27FC236}">
                <a16:creationId xmlns:a16="http://schemas.microsoft.com/office/drawing/2014/main" id="{809B5A11-761A-4CB1-8AE2-E963E175275E}"/>
              </a:ext>
            </a:extLst>
          </p:cNvPr>
          <p:cNvSpPr>
            <a:spLocks xmlns:a="http://schemas.openxmlformats.org/drawingml/2006/main" noGrp="1"/>
          </p:cNvSpPr>
          <p:nvPr/>
        </p:nvSpPr>
        <p:spPr>
          <a:xfrm xmlns:a="http://schemas.openxmlformats.org/drawingml/2006/main">
            <a:off x="2343150" y="352425"/>
            <a:ext cx="9525" cy="247650"/>
          </a:xfrm>
          <a:prstGeom xmlns:a="http://schemas.openxmlformats.org/drawingml/2006/main" prst="rect">
            <a:avLst/>
          </a:prstGeom>
          <a:solidFill xmlns:a="http://schemas.openxmlformats.org/drawingml/2006/main">
            <a:srgbClr val="BCAD86"/>
          </a:solidFill>
        </p:spPr>
      </p:sp>
      <p:sp>
        <p:nvSpPr>
          <p:cNvPr id="3" name="kicker-label">
            <a:extLst xmlns:a="http://schemas.openxmlformats.org/drawingml/2006/main">
              <a:ext uri="{FF2B5EF4-FFF2-40B4-BE49-F238E27FC236}">
                <a16:creationId xmlns:a16="http://schemas.microsoft.com/office/drawing/2014/main" id="{9DA1F99D-AF4C-4950-AE6D-2CBE2D6622E7}"/>
              </a:ext>
            </a:extLst>
          </p:cNvPr>
          <p:cNvSpPr>
            <a:spLocks xmlns:a="http://schemas.openxmlformats.org/drawingml/2006/main" noGrp="1"/>
          </p:cNvSpPr>
          <p:nvPr/>
        </p:nvSpPr>
        <p:spPr>
          <a:xfrm xmlns:a="http://schemas.openxmlformats.org/drawingml/2006/main">
            <a:off x="2571750" y="352425"/>
            <a:ext cx="5715000" cy="2476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050" b="0">
                <a:solidFill>
                  <a:srgbClr val="56686A"/>
                </a:solidFill>
                <a:latin typeface="Courier New"/>
                <a:ea typeface="Courier New"/>
                <a:cs typeface="Courier New"/>
              </a:defRPr>
            </a:pPr>
            <a:r>
              <a:rPr sz="1050" b="0">
                <a:solidFill>
                  <a:srgbClr val="56686A"/>
                </a:solidFill>
                <a:latin typeface="Courier New"/>
                <a:ea typeface="Courier New"/>
                <a:cs typeface="Courier New"/>
              </a:rPr>
              <a:t>COLD STORAGE EDITION</a:t>
            </a:r>
          </a:p>
        </p:txBody>
      </p:sp>
      <p:sp>
        <p:nvSpPr>
          <p:cNvPr id="4" name="draft-status">
            <a:extLst xmlns:a="http://schemas.openxmlformats.org/drawingml/2006/main">
              <a:ext uri="{FF2B5EF4-FFF2-40B4-BE49-F238E27FC236}">
                <a16:creationId xmlns:a16="http://schemas.microsoft.com/office/drawing/2014/main" id="{BBB802C8-7C38-4077-A2F1-1DDA3E4339A0}"/>
              </a:ext>
            </a:extLst>
          </p:cNvPr>
          <p:cNvSpPr>
            <a:spLocks xmlns:a="http://schemas.openxmlformats.org/drawingml/2006/main" noGrp="1"/>
          </p:cNvSpPr>
          <p:nvPr/>
        </p:nvSpPr>
        <p:spPr>
          <a:xfrm xmlns:a="http://schemas.openxmlformats.org/drawingml/2006/main">
            <a:off x="11144250" y="361950"/>
            <a:ext cx="3476625" cy="22860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r">
              <a:buNone/>
              <a:defRPr sz="900" b="0">
                <a:solidFill>
                  <a:srgbClr val="56686A"/>
                </a:solidFill>
                <a:latin typeface="Courier New"/>
                <a:ea typeface="Courier New"/>
                <a:cs typeface="Courier New"/>
              </a:defRPr>
            </a:pPr>
            <a:r>
              <a:rPr sz="900" b="0">
                <a:solidFill>
                  <a:srgbClr val="56686A"/>
                </a:solidFill>
                <a:latin typeface="Courier New"/>
                <a:ea typeface="Courier New"/>
                <a:cs typeface="Courier New"/>
              </a:rPr>
              <a:t>SPONSORSHIP RATES</a:t>
            </a:r>
          </a:p>
        </p:txBody>
      </p:sp>
      <p:sp>
        <p:nvSpPr>
          <p:cNvPr id="5" name="claim-title">
            <a:extLst xmlns:a="http://schemas.openxmlformats.org/drawingml/2006/main">
              <a:ext uri="{FF2B5EF4-FFF2-40B4-BE49-F238E27FC236}">
                <a16:creationId xmlns:a16="http://schemas.microsoft.com/office/drawing/2014/main" id="{7724E0F1-B39A-42A1-B356-5704FBE4A941}"/>
              </a:ext>
            </a:extLst>
          </p:cNvPr>
          <p:cNvSpPr>
            <a:spLocks xmlns:a="http://schemas.openxmlformats.org/drawingml/2006/main" noGrp="1"/>
          </p:cNvSpPr>
          <p:nvPr/>
        </p:nvSpPr>
        <p:spPr>
          <a:xfrm xmlns:a="http://schemas.openxmlformats.org/drawingml/2006/main">
            <a:off x="552450" y="1381125"/>
            <a:ext cx="13906500" cy="72390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4125" b="0">
                <a:solidFill>
                  <a:srgbClr val="102E38"/>
                </a:solidFill>
                <a:latin typeface="Georgia"/>
                <a:ea typeface="Georgia"/>
                <a:cs typeface="Georgia"/>
              </a:defRPr>
            </a:pPr>
            <a:r>
              <a:rPr sz="4125" b="0">
                <a:solidFill>
                  <a:srgbClr val="102E38"/>
                </a:solidFill>
                <a:latin typeface="Georgia"/>
                <a:ea typeface="Georgia"/>
                <a:cs typeface="Georgia"/>
              </a:rPr>
              <a:t>Take your place on the expedition.</a:t>
            </a:r>
          </a:p>
        </p:txBody>
      </p:sp>
      <p:sp>
        <p:nvSpPr>
          <p:cNvPr id="7" name="illustration-panel">
            <a:extLst xmlns:a="http://schemas.openxmlformats.org/drawingml/2006/main">
              <a:ext uri="{FF2B5EF4-FFF2-40B4-BE49-F238E27FC236}">
                <a16:creationId xmlns:a16="http://schemas.microsoft.com/office/drawing/2014/main" id="{31026D09-3C6E-4FAF-B608-090A0BF04A0A}"/>
              </a:ext>
            </a:extLst>
          </p:cNvPr>
          <p:cNvSpPr>
            <a:spLocks xmlns:a="http://schemas.openxmlformats.org/drawingml/2006/main" noGrp="1"/>
          </p:cNvSpPr>
          <p:nvPr/>
        </p:nvSpPr>
        <p:spPr>
          <a:xfrm xmlns:a="http://schemas.openxmlformats.org/drawingml/2006/main">
            <a:off x="0" y="2266950"/>
            <a:ext cx="7000875" cy="6305550"/>
          </a:xfrm>
          <a:prstGeom xmlns:a="http://schemas.openxmlformats.org/drawingml/2006/main" prst="rect">
            <a:avLst/>
          </a:prstGeom>
          <a:solidFill xmlns:a="http://schemas.openxmlformats.org/drawingml/2006/main">
            <a:srgbClr val="102E38"/>
          </a:solidFill>
        </p:spPr>
      </p:sp>
      <p:sp>
        <p:nvSpPr>
          <p:cNvPr id="8" name="diagram-title">
            <a:extLst xmlns:a="http://schemas.openxmlformats.org/drawingml/2006/main">
              <a:ext uri="{FF2B5EF4-FFF2-40B4-BE49-F238E27FC236}">
                <a16:creationId xmlns:a16="http://schemas.microsoft.com/office/drawing/2014/main" id="{4F522D93-822C-40DF-8579-768DC82849D9}"/>
              </a:ext>
            </a:extLst>
          </p:cNvPr>
          <p:cNvSpPr>
            <a:spLocks xmlns:a="http://schemas.openxmlformats.org/drawingml/2006/main" noGrp="1"/>
          </p:cNvSpPr>
          <p:nvPr/>
        </p:nvSpPr>
        <p:spPr>
          <a:xfrm xmlns:a="http://schemas.openxmlformats.org/drawingml/2006/main">
            <a:off x="552450" y="2495550"/>
            <a:ext cx="5905500" cy="1000125"/>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2925" b="0">
                <a:solidFill>
                  <a:srgbClr val="F3EFDF"/>
                </a:solidFill>
                <a:latin typeface="Georgia"/>
                <a:ea typeface="Georgia"/>
                <a:cs typeface="Georgia"/>
              </a:defRPr>
            </a:pPr>
            <a:r>
              <a:rPr sz="2850" b="0">
                <a:solidFill>
                  <a:srgbClr val="F3EFDF"/>
                </a:solidFill>
                <a:latin typeface="Georgia"/>
                <a:ea typeface="Georgia"/>
                <a:cs typeface="Georgia"/>
              </a:rPr>
              <a:t>Put your logo on Antarctica
in 6 different ways</a:t>
            </a:r>
          </a:p>
        </p:txBody>
      </p:sp>
      <p:pic>
        <p:nvPicPr>
          <p:cNvPr id="9" name="Front placement concept diagram"/>
          <p:cNvPicPr>
            <a:picLocks xmlns:a="http://schemas.openxmlformats.org/drawingml/2006/main" noChangeAspect="1"/>
          </p:cNvPicPr>
          <p:nvPr/>
        </p:nvPicPr>
        <p:blipFill>
          <a:blip xmlns:r="http://schemas.openxmlformats.org/officeDocument/2006/relationships" xmlns:a="http://schemas.openxmlformats.org/drawingml/2006/main" r:embed="R225e1495d9d541d8">
            <a:extLst>
              <a:ext uri="{96DAC541-7B7A-43D3-8B79-37D633B846F1}">
                <asvg:svgBlip xmlns:asvg="http://schemas.microsoft.com/office/drawing/2016/SVG/main" r:embed="R95831e443f2c4ea6"/>
              </a:ext>
            </a:extLst>
          </a:blip>
          <a:stretch xmlns:a="http://schemas.openxmlformats.org/drawingml/2006/main"/>
        </p:blipFill>
        <p:spPr>
          <a:xfrm xmlns:a="http://schemas.openxmlformats.org/drawingml/2006/main">
            <a:off x="190500" y="3686175"/>
            <a:ext cx="3457575" cy="3790950"/>
          </a:xfrm>
          <a:prstGeom xmlns:a="http://schemas.openxmlformats.org/drawingml/2006/main" prst="rect">
            <a:avLst/>
          </a:prstGeom>
        </p:spPr>
      </p:pic>
      <p:pic>
        <p:nvPicPr>
          <p:cNvPr id="10" name="Back placement concept diagram"/>
          <p:cNvPicPr>
            <a:picLocks xmlns:a="http://schemas.openxmlformats.org/drawingml/2006/main" noChangeAspect="1"/>
          </p:cNvPicPr>
          <p:nvPr/>
        </p:nvPicPr>
        <p:blipFill>
          <a:blip xmlns:r="http://schemas.openxmlformats.org/officeDocument/2006/relationships" xmlns:a="http://schemas.openxmlformats.org/drawingml/2006/main" r:embed="R8c4adf9c6bc140c1">
            <a:extLst>
              <a:ext uri="{96DAC541-7B7A-43D3-8B79-37D633B846F1}">
                <asvg:svgBlip xmlns:asvg="http://schemas.microsoft.com/office/drawing/2016/SVG/main" r:embed="Re23087312c18433d"/>
              </a:ext>
            </a:extLst>
          </a:blip>
          <a:stretch xmlns:a="http://schemas.openxmlformats.org/drawingml/2006/main"/>
        </p:blipFill>
        <p:spPr>
          <a:xfrm xmlns:a="http://schemas.openxmlformats.org/drawingml/2006/main">
            <a:off x="3495675" y="3686175"/>
            <a:ext cx="3314700" cy="3790950"/>
          </a:xfrm>
          <a:prstGeom xmlns:a="http://schemas.openxmlformats.org/drawingml/2006/main" prst="rect">
            <a:avLst/>
          </a:prstGeom>
        </p:spPr>
      </p:pic>
      <p:sp>
        <p:nvSpPr>
          <p:cNvPr id="12" name="front-label">
            <a:extLst xmlns:a="http://schemas.openxmlformats.org/drawingml/2006/main">
              <a:ext uri="{FF2B5EF4-FFF2-40B4-BE49-F238E27FC236}">
                <a16:creationId xmlns:a16="http://schemas.microsoft.com/office/drawing/2014/main" id="{10EFB106-83E6-45E3-B6BD-59EB14866BF2}"/>
              </a:ext>
            </a:extLst>
          </p:cNvPr>
          <p:cNvSpPr>
            <a:spLocks xmlns:a="http://schemas.openxmlformats.org/drawingml/2006/main" noGrp="1"/>
          </p:cNvSpPr>
          <p:nvPr/>
        </p:nvSpPr>
        <p:spPr>
          <a:xfrm xmlns:a="http://schemas.openxmlformats.org/drawingml/2006/main">
            <a:off x="1047750" y="7562850"/>
            <a:ext cx="1809750" cy="22860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900" b="0">
                <a:solidFill>
                  <a:srgbClr val="F3EFDF"/>
                </a:solidFill>
                <a:latin typeface="Courier New"/>
                <a:ea typeface="Courier New"/>
                <a:cs typeface="Courier New"/>
              </a:defRPr>
            </a:pPr>
            <a:r>
              <a:rPr sz="900" b="0">
                <a:solidFill>
                  <a:srgbClr val="F3EFDF"/>
                </a:solidFill>
                <a:latin typeface="Courier New"/>
                <a:ea typeface="Courier New"/>
                <a:cs typeface="Courier New"/>
              </a:rPr>
              <a:t>FRONT</a:t>
            </a:r>
          </a:p>
        </p:txBody>
      </p:sp>
      <p:sp>
        <p:nvSpPr>
          <p:cNvPr id="13" name="back-label">
            <a:extLst xmlns:a="http://schemas.openxmlformats.org/drawingml/2006/main">
              <a:ext uri="{FF2B5EF4-FFF2-40B4-BE49-F238E27FC236}">
                <a16:creationId xmlns:a16="http://schemas.microsoft.com/office/drawing/2014/main" id="{A987FCD9-337C-48E7-B7EB-6B9004C0A560}"/>
              </a:ext>
            </a:extLst>
          </p:cNvPr>
          <p:cNvSpPr>
            <a:spLocks xmlns:a="http://schemas.openxmlformats.org/drawingml/2006/main" noGrp="1"/>
          </p:cNvSpPr>
          <p:nvPr/>
        </p:nvSpPr>
        <p:spPr>
          <a:xfrm xmlns:a="http://schemas.openxmlformats.org/drawingml/2006/main">
            <a:off x="4257675" y="7562850"/>
            <a:ext cx="1809750" cy="22860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900" b="0">
                <a:solidFill>
                  <a:srgbClr val="F3EFDF"/>
                </a:solidFill>
                <a:latin typeface="Courier New"/>
                <a:ea typeface="Courier New"/>
                <a:cs typeface="Courier New"/>
              </a:defRPr>
            </a:pPr>
            <a:r>
              <a:rPr sz="900" b="0">
                <a:solidFill>
                  <a:srgbClr val="F3EFDF"/>
                </a:solidFill>
                <a:latin typeface="Courier New"/>
                <a:ea typeface="Courier New"/>
                <a:cs typeface="Courier New"/>
              </a:rPr>
              <a:t>BACK</a:t>
            </a:r>
          </a:p>
        </p:txBody>
      </p:sp>
      <p:sp>
        <p:nvSpPr>
          <p:cNvPr id="15" name="table-placement">
            <a:extLst xmlns:a="http://schemas.openxmlformats.org/drawingml/2006/main">
              <a:ext uri="{FF2B5EF4-FFF2-40B4-BE49-F238E27FC236}">
                <a16:creationId xmlns:a16="http://schemas.microsoft.com/office/drawing/2014/main" id="{FE0AC8DB-4B48-4650-9758-365116513285}"/>
              </a:ext>
            </a:extLst>
          </p:cNvPr>
          <p:cNvSpPr>
            <a:spLocks xmlns:a="http://schemas.openxmlformats.org/drawingml/2006/main" noGrp="1"/>
          </p:cNvSpPr>
          <p:nvPr/>
        </p:nvSpPr>
        <p:spPr>
          <a:xfrm xmlns:a="http://schemas.openxmlformats.org/drawingml/2006/main">
            <a:off x="7477125" y="2457450"/>
            <a:ext cx="3000375" cy="26670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900" b="0">
                <a:solidFill>
                  <a:srgbClr val="56686A"/>
                </a:solidFill>
                <a:latin typeface="Courier New"/>
                <a:ea typeface="Courier New"/>
                <a:cs typeface="Courier New"/>
              </a:defRPr>
            </a:pPr>
            <a:r>
              <a:rPr sz="900" b="0">
                <a:solidFill>
                  <a:srgbClr val="56686A"/>
                </a:solidFill>
                <a:latin typeface="Courier New"/>
                <a:ea typeface="Courier New"/>
                <a:cs typeface="Courier New"/>
              </a:rPr>
              <a:t>PLACEMENT</a:t>
            </a:r>
          </a:p>
        </p:txBody>
      </p:sp>
      <p:sp>
        <p:nvSpPr>
          <p:cNvPr id="16" name="table-slots">
            <a:extLst xmlns:a="http://schemas.openxmlformats.org/drawingml/2006/main">
              <a:ext uri="{FF2B5EF4-FFF2-40B4-BE49-F238E27FC236}">
                <a16:creationId xmlns:a16="http://schemas.microsoft.com/office/drawing/2014/main" id="{33178AA4-E478-4A71-8049-93A8397AEE4C}"/>
              </a:ext>
            </a:extLst>
          </p:cNvPr>
          <p:cNvSpPr>
            <a:spLocks xmlns:a="http://schemas.openxmlformats.org/drawingml/2006/main" noGrp="1"/>
          </p:cNvSpPr>
          <p:nvPr/>
        </p:nvSpPr>
        <p:spPr>
          <a:xfrm xmlns:a="http://schemas.openxmlformats.org/drawingml/2006/main">
            <a:off x="11239500" y="2457450"/>
            <a:ext cx="685800" cy="26670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900" b="0">
                <a:solidFill>
                  <a:srgbClr val="56686A"/>
                </a:solidFill>
                <a:latin typeface="Courier New"/>
                <a:ea typeface="Courier New"/>
                <a:cs typeface="Courier New"/>
              </a:defRPr>
            </a:pPr>
            <a:r>
              <a:rPr sz="900" b="0">
                <a:solidFill>
                  <a:srgbClr val="56686A"/>
                </a:solidFill>
                <a:latin typeface="Courier New"/>
                <a:ea typeface="Courier New"/>
                <a:cs typeface="Courier New"/>
              </a:rPr>
              <a:t>SLOTS</a:t>
            </a:r>
          </a:p>
        </p:txBody>
      </p:sp>
      <p:sp>
        <p:nvSpPr>
          <p:cNvPr id="17" name="table-price">
            <a:extLst xmlns:a="http://schemas.openxmlformats.org/drawingml/2006/main">
              <a:ext uri="{FF2B5EF4-FFF2-40B4-BE49-F238E27FC236}">
                <a16:creationId xmlns:a16="http://schemas.microsoft.com/office/drawing/2014/main" id="{19D1BCB1-CB3B-422A-80DE-2A9BC59C8948}"/>
              </a:ext>
            </a:extLst>
          </p:cNvPr>
          <p:cNvSpPr>
            <a:spLocks xmlns:a="http://schemas.openxmlformats.org/drawingml/2006/main" noGrp="1"/>
          </p:cNvSpPr>
          <p:nvPr/>
        </p:nvSpPr>
        <p:spPr>
          <a:xfrm xmlns:a="http://schemas.openxmlformats.org/drawingml/2006/main">
            <a:off x="12287250" y="2457450"/>
            <a:ext cx="2371725" cy="26670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r">
              <a:buNone/>
              <a:defRPr sz="900" b="0">
                <a:solidFill>
                  <a:srgbClr val="56686A"/>
                </a:solidFill>
                <a:latin typeface="Courier New"/>
                <a:ea typeface="Courier New"/>
                <a:cs typeface="Courier New"/>
              </a:defRPr>
            </a:pPr>
            <a:r>
              <a:rPr sz="900" b="0">
                <a:solidFill>
                  <a:srgbClr val="56686A"/>
                </a:solidFill>
                <a:latin typeface="Courier New"/>
                <a:ea typeface="Courier New"/>
                <a:cs typeface="Courier New"/>
              </a:rPr>
              <a:t>PRICE PER PLACEMENT</a:t>
            </a:r>
          </a:p>
        </p:txBody>
      </p:sp>
      <p:sp>
        <p:nvSpPr>
          <p:cNvPr id="19" name="row-rule-0">
            <a:extLst xmlns:a="http://schemas.openxmlformats.org/drawingml/2006/main">
              <a:ext uri="{FF2B5EF4-FFF2-40B4-BE49-F238E27FC236}">
                <a16:creationId xmlns:a16="http://schemas.microsoft.com/office/drawing/2014/main" id="{6CEA316E-96A7-492D-91D5-8535B7F82373}"/>
              </a:ext>
            </a:extLst>
          </p:cNvPr>
          <p:cNvSpPr>
            <a:spLocks xmlns:a="http://schemas.openxmlformats.org/drawingml/2006/main" noGrp="1"/>
          </p:cNvSpPr>
          <p:nvPr/>
        </p:nvSpPr>
        <p:spPr>
          <a:xfrm xmlns:a="http://schemas.openxmlformats.org/drawingml/2006/main">
            <a:off x="7477125" y="2828925"/>
            <a:ext cx="7181850" cy="9525"/>
          </a:xfrm>
          <a:prstGeom xmlns:a="http://schemas.openxmlformats.org/drawingml/2006/main" prst="rect">
            <a:avLst/>
          </a:prstGeom>
          <a:solidFill xmlns:a="http://schemas.openxmlformats.org/drawingml/2006/main">
            <a:srgbClr val="BCAD86"/>
          </a:solidFill>
        </p:spPr>
      </p:sp>
      <p:sp>
        <p:nvSpPr>
          <p:cNvPr id="20" name="placement-number-0">
            <a:extLst xmlns:a="http://schemas.openxmlformats.org/drawingml/2006/main">
              <a:ext uri="{FF2B5EF4-FFF2-40B4-BE49-F238E27FC236}">
                <a16:creationId xmlns:a16="http://schemas.microsoft.com/office/drawing/2014/main" id="{F0CDCDA2-FD2C-4FDF-B88D-57F89C74CD06}"/>
              </a:ext>
            </a:extLst>
          </p:cNvPr>
          <p:cNvSpPr>
            <a:spLocks xmlns:a="http://schemas.openxmlformats.org/drawingml/2006/main" noGrp="1"/>
          </p:cNvSpPr>
          <p:nvPr/>
        </p:nvSpPr>
        <p:spPr>
          <a:xfrm xmlns:a="http://schemas.openxmlformats.org/drawingml/2006/main">
            <a:off x="7496175" y="2952750"/>
            <a:ext cx="266700" cy="2857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125" b="0">
                <a:solidFill>
                  <a:srgbClr val="56686A"/>
                </a:solidFill>
                <a:latin typeface="Courier New"/>
                <a:ea typeface="Courier New"/>
                <a:cs typeface="Courier New"/>
              </a:defRPr>
            </a:pPr>
            <a:r>
              <a:rPr sz="1125" b="0">
                <a:solidFill>
                  <a:srgbClr val="56686A"/>
                </a:solidFill>
                <a:latin typeface="Courier New"/>
                <a:ea typeface="Courier New"/>
                <a:cs typeface="Courier New"/>
              </a:rPr>
              <a:t>1</a:t>
            </a:r>
          </a:p>
        </p:txBody>
      </p:sp>
      <p:sp>
        <p:nvSpPr>
          <p:cNvPr id="21" name="placement-name-0">
            <a:extLst xmlns:a="http://schemas.openxmlformats.org/drawingml/2006/main">
              <a:ext uri="{FF2B5EF4-FFF2-40B4-BE49-F238E27FC236}">
                <a16:creationId xmlns:a16="http://schemas.microsoft.com/office/drawing/2014/main" id="{0997B4DC-4C15-4E4A-BFCE-014EC86070A7}"/>
              </a:ext>
            </a:extLst>
          </p:cNvPr>
          <p:cNvSpPr>
            <a:spLocks xmlns:a="http://schemas.openxmlformats.org/drawingml/2006/main" noGrp="1"/>
          </p:cNvSpPr>
          <p:nvPr/>
        </p:nvSpPr>
        <p:spPr>
          <a:xfrm xmlns:a="http://schemas.openxmlformats.org/drawingml/2006/main">
            <a:off x="7877175" y="2924175"/>
            <a:ext cx="26670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725" b="0">
                <a:solidFill>
                  <a:srgbClr val="102E38"/>
                </a:solidFill>
                <a:latin typeface="Arial"/>
                <a:ea typeface="Arial"/>
                <a:cs typeface="Arial"/>
              </a:defRPr>
            </a:pPr>
            <a:r>
              <a:rPr sz="1725" b="0">
                <a:solidFill>
                  <a:srgbClr val="102E38"/>
                </a:solidFill>
                <a:latin typeface="Arial"/>
                <a:ea typeface="Arial"/>
                <a:cs typeface="Arial"/>
              </a:rPr>
              <a:t>Upper arm</a:t>
            </a:r>
          </a:p>
        </p:txBody>
      </p:sp>
      <p:sp>
        <p:nvSpPr>
          <p:cNvPr id="22" name="placement-slots-0">
            <a:extLst xmlns:a="http://schemas.openxmlformats.org/drawingml/2006/main">
              <a:ext uri="{FF2B5EF4-FFF2-40B4-BE49-F238E27FC236}">
                <a16:creationId xmlns:a16="http://schemas.microsoft.com/office/drawing/2014/main" id="{0AD487C4-C074-4AF8-AAA7-1F3E7F51633C}"/>
              </a:ext>
            </a:extLst>
          </p:cNvPr>
          <p:cNvSpPr>
            <a:spLocks xmlns:a="http://schemas.openxmlformats.org/drawingml/2006/main" noGrp="1"/>
          </p:cNvSpPr>
          <p:nvPr/>
        </p:nvSpPr>
        <p:spPr>
          <a:xfrm xmlns:a="http://schemas.openxmlformats.org/drawingml/2006/main">
            <a:off x="11239500" y="2924175"/>
            <a:ext cx="6858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1575" b="0">
                <a:solidFill>
                  <a:srgbClr val="102E38"/>
                </a:solidFill>
                <a:latin typeface="Arial"/>
                <a:ea typeface="Arial"/>
                <a:cs typeface="Arial"/>
              </a:defRPr>
            </a:pPr>
            <a:r>
              <a:rPr sz="1575" b="0">
                <a:solidFill>
                  <a:srgbClr val="102E38"/>
                </a:solidFill>
                <a:latin typeface="Arial"/>
                <a:ea typeface="Arial"/>
                <a:cs typeface="Arial"/>
              </a:rPr>
              <a:t>2</a:t>
            </a:r>
          </a:p>
        </p:txBody>
      </p:sp>
      <p:sp>
        <p:nvSpPr>
          <p:cNvPr id="23" name="placement-price-0">
            <a:extLst xmlns:a="http://schemas.openxmlformats.org/drawingml/2006/main">
              <a:ext uri="{FF2B5EF4-FFF2-40B4-BE49-F238E27FC236}">
                <a16:creationId xmlns:a16="http://schemas.microsoft.com/office/drawing/2014/main" id="{B7B4BE8E-4B2B-4428-AAC8-A457EBBE4A01}"/>
              </a:ext>
            </a:extLst>
          </p:cNvPr>
          <p:cNvSpPr>
            <a:spLocks xmlns:a="http://schemas.openxmlformats.org/drawingml/2006/main" noGrp="1"/>
          </p:cNvSpPr>
          <p:nvPr/>
        </p:nvSpPr>
        <p:spPr>
          <a:xfrm xmlns:a="http://schemas.openxmlformats.org/drawingml/2006/main">
            <a:off x="13239750" y="2924175"/>
            <a:ext cx="1419225"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r">
              <a:buNone/>
              <a:defRPr sz="1725" b="0">
                <a:solidFill>
                  <a:srgbClr val="102E38"/>
                </a:solidFill>
                <a:latin typeface="Georgia"/>
                <a:ea typeface="Georgia"/>
                <a:cs typeface="Georgia"/>
              </a:defRPr>
            </a:pPr>
            <a:r>
              <a:rPr sz="1725" b="0">
                <a:solidFill>
                  <a:srgbClr val="102E38"/>
                </a:solidFill>
                <a:latin typeface="Georgia"/>
                <a:ea typeface="Georgia"/>
                <a:cs typeface="Georgia"/>
              </a:rPr>
              <a:t>$7,500</a:t>
            </a:r>
          </a:p>
        </p:txBody>
      </p:sp>
      <p:sp>
        <p:nvSpPr>
          <p:cNvPr id="25" name="row-rule-1">
            <a:extLst xmlns:a="http://schemas.openxmlformats.org/drawingml/2006/main">
              <a:ext uri="{FF2B5EF4-FFF2-40B4-BE49-F238E27FC236}">
                <a16:creationId xmlns:a16="http://schemas.microsoft.com/office/drawing/2014/main" id="{E30CC1FC-473A-4698-A87D-4A041FE0EFDB}"/>
              </a:ext>
            </a:extLst>
          </p:cNvPr>
          <p:cNvSpPr>
            <a:spLocks xmlns:a="http://schemas.openxmlformats.org/drawingml/2006/main" noGrp="1"/>
          </p:cNvSpPr>
          <p:nvPr/>
        </p:nvSpPr>
        <p:spPr>
          <a:xfrm xmlns:a="http://schemas.openxmlformats.org/drawingml/2006/main">
            <a:off x="7477125" y="3381375"/>
            <a:ext cx="7181850" cy="9525"/>
          </a:xfrm>
          <a:prstGeom xmlns:a="http://schemas.openxmlformats.org/drawingml/2006/main" prst="rect">
            <a:avLst/>
          </a:prstGeom>
          <a:solidFill xmlns:a="http://schemas.openxmlformats.org/drawingml/2006/main">
            <a:srgbClr val="BCAD86"/>
          </a:solidFill>
        </p:spPr>
      </p:sp>
      <p:sp>
        <p:nvSpPr>
          <p:cNvPr id="26" name="placement-number-1">
            <a:extLst xmlns:a="http://schemas.openxmlformats.org/drawingml/2006/main">
              <a:ext uri="{FF2B5EF4-FFF2-40B4-BE49-F238E27FC236}">
                <a16:creationId xmlns:a16="http://schemas.microsoft.com/office/drawing/2014/main" id="{8DB0BDAC-9E34-44E0-AE3E-4EFAEDE2B519}"/>
              </a:ext>
            </a:extLst>
          </p:cNvPr>
          <p:cNvSpPr>
            <a:spLocks xmlns:a="http://schemas.openxmlformats.org/drawingml/2006/main" noGrp="1"/>
          </p:cNvSpPr>
          <p:nvPr/>
        </p:nvSpPr>
        <p:spPr>
          <a:xfrm xmlns:a="http://schemas.openxmlformats.org/drawingml/2006/main">
            <a:off x="7496175" y="3505200"/>
            <a:ext cx="266700" cy="2857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125" b="0">
                <a:solidFill>
                  <a:srgbClr val="56686A"/>
                </a:solidFill>
                <a:latin typeface="Courier New"/>
                <a:ea typeface="Courier New"/>
                <a:cs typeface="Courier New"/>
              </a:defRPr>
            </a:pPr>
            <a:r>
              <a:rPr sz="1125" b="0">
                <a:solidFill>
                  <a:srgbClr val="56686A"/>
                </a:solidFill>
                <a:latin typeface="Courier New"/>
                <a:ea typeface="Courier New"/>
                <a:cs typeface="Courier New"/>
              </a:rPr>
              <a:t>2</a:t>
            </a:r>
          </a:p>
        </p:txBody>
      </p:sp>
      <p:sp>
        <p:nvSpPr>
          <p:cNvPr id="27" name="placement-name-1">
            <a:extLst xmlns:a="http://schemas.openxmlformats.org/drawingml/2006/main">
              <a:ext uri="{FF2B5EF4-FFF2-40B4-BE49-F238E27FC236}">
                <a16:creationId xmlns:a16="http://schemas.microsoft.com/office/drawing/2014/main" id="{CEB00866-5939-4A2A-A557-310982609759}"/>
              </a:ext>
            </a:extLst>
          </p:cNvPr>
          <p:cNvSpPr>
            <a:spLocks xmlns:a="http://schemas.openxmlformats.org/drawingml/2006/main" noGrp="1"/>
          </p:cNvSpPr>
          <p:nvPr/>
        </p:nvSpPr>
        <p:spPr>
          <a:xfrm xmlns:a="http://schemas.openxmlformats.org/drawingml/2006/main">
            <a:off x="7877175" y="3476625"/>
            <a:ext cx="26670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725" b="0">
                <a:solidFill>
                  <a:srgbClr val="102E38"/>
                </a:solidFill>
                <a:latin typeface="Arial"/>
                <a:ea typeface="Arial"/>
                <a:cs typeface="Arial"/>
              </a:defRPr>
            </a:pPr>
            <a:r>
              <a:rPr sz="1725" b="0">
                <a:solidFill>
                  <a:srgbClr val="102E38"/>
                </a:solidFill>
                <a:latin typeface="Arial"/>
                <a:ea typeface="Arial"/>
                <a:cs typeface="Arial"/>
              </a:rPr>
              <a:t>Middle arm</a:t>
            </a:r>
          </a:p>
        </p:txBody>
      </p:sp>
      <p:sp>
        <p:nvSpPr>
          <p:cNvPr id="28" name="placement-slots-1">
            <a:extLst xmlns:a="http://schemas.openxmlformats.org/drawingml/2006/main">
              <a:ext uri="{FF2B5EF4-FFF2-40B4-BE49-F238E27FC236}">
                <a16:creationId xmlns:a16="http://schemas.microsoft.com/office/drawing/2014/main" id="{8E89E10D-4E98-44BE-9CD2-69E8B2B77D76}"/>
              </a:ext>
            </a:extLst>
          </p:cNvPr>
          <p:cNvSpPr>
            <a:spLocks xmlns:a="http://schemas.openxmlformats.org/drawingml/2006/main" noGrp="1"/>
          </p:cNvSpPr>
          <p:nvPr/>
        </p:nvSpPr>
        <p:spPr>
          <a:xfrm xmlns:a="http://schemas.openxmlformats.org/drawingml/2006/main">
            <a:off x="11239500" y="3476625"/>
            <a:ext cx="6858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1575" b="0">
                <a:solidFill>
                  <a:srgbClr val="102E38"/>
                </a:solidFill>
                <a:latin typeface="Arial"/>
                <a:ea typeface="Arial"/>
                <a:cs typeface="Arial"/>
              </a:defRPr>
            </a:pPr>
            <a:r>
              <a:rPr sz="1575" b="0">
                <a:solidFill>
                  <a:srgbClr val="102E38"/>
                </a:solidFill>
                <a:latin typeface="Arial"/>
                <a:ea typeface="Arial"/>
                <a:cs typeface="Arial"/>
              </a:rPr>
              <a:t>2</a:t>
            </a:r>
          </a:p>
        </p:txBody>
      </p:sp>
      <p:sp>
        <p:nvSpPr>
          <p:cNvPr id="29" name="placement-price-1">
            <a:extLst xmlns:a="http://schemas.openxmlformats.org/drawingml/2006/main">
              <a:ext uri="{FF2B5EF4-FFF2-40B4-BE49-F238E27FC236}">
                <a16:creationId xmlns:a16="http://schemas.microsoft.com/office/drawing/2014/main" id="{B942C841-4660-4259-AB12-AF83917DB8CB}"/>
              </a:ext>
            </a:extLst>
          </p:cNvPr>
          <p:cNvSpPr>
            <a:spLocks xmlns:a="http://schemas.openxmlformats.org/drawingml/2006/main" noGrp="1"/>
          </p:cNvSpPr>
          <p:nvPr/>
        </p:nvSpPr>
        <p:spPr>
          <a:xfrm xmlns:a="http://schemas.openxmlformats.org/drawingml/2006/main">
            <a:off x="13239750" y="3476625"/>
            <a:ext cx="1419225"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r">
              <a:buNone/>
              <a:defRPr sz="1725" b="0">
                <a:solidFill>
                  <a:srgbClr val="102E38"/>
                </a:solidFill>
                <a:latin typeface="Georgia"/>
                <a:ea typeface="Georgia"/>
                <a:cs typeface="Georgia"/>
              </a:defRPr>
            </a:pPr>
            <a:r>
              <a:rPr sz="1725" b="0">
                <a:solidFill>
                  <a:srgbClr val="102E38"/>
                </a:solidFill>
                <a:latin typeface="Georgia"/>
                <a:ea typeface="Georgia"/>
                <a:cs typeface="Georgia"/>
              </a:rPr>
              <a:t>$6,000</a:t>
            </a:r>
          </a:p>
        </p:txBody>
      </p:sp>
      <p:sp>
        <p:nvSpPr>
          <p:cNvPr id="31" name="row-rule-2">
            <a:extLst xmlns:a="http://schemas.openxmlformats.org/drawingml/2006/main">
              <a:ext uri="{FF2B5EF4-FFF2-40B4-BE49-F238E27FC236}">
                <a16:creationId xmlns:a16="http://schemas.microsoft.com/office/drawing/2014/main" id="{DBC87FF7-969C-4996-B222-265857C40945}"/>
              </a:ext>
            </a:extLst>
          </p:cNvPr>
          <p:cNvSpPr>
            <a:spLocks xmlns:a="http://schemas.openxmlformats.org/drawingml/2006/main" noGrp="1"/>
          </p:cNvSpPr>
          <p:nvPr/>
        </p:nvSpPr>
        <p:spPr>
          <a:xfrm xmlns:a="http://schemas.openxmlformats.org/drawingml/2006/main">
            <a:off x="7477125" y="3933825"/>
            <a:ext cx="7181850" cy="9525"/>
          </a:xfrm>
          <a:prstGeom xmlns:a="http://schemas.openxmlformats.org/drawingml/2006/main" prst="rect">
            <a:avLst/>
          </a:prstGeom>
          <a:solidFill xmlns:a="http://schemas.openxmlformats.org/drawingml/2006/main">
            <a:srgbClr val="BCAD86"/>
          </a:solidFill>
        </p:spPr>
      </p:sp>
      <p:sp>
        <p:nvSpPr>
          <p:cNvPr id="32" name="placement-number-2">
            <a:extLst xmlns:a="http://schemas.openxmlformats.org/drawingml/2006/main">
              <a:ext uri="{FF2B5EF4-FFF2-40B4-BE49-F238E27FC236}">
                <a16:creationId xmlns:a16="http://schemas.microsoft.com/office/drawing/2014/main" id="{11E37F26-C640-40A5-A56F-EDBACEAAE441}"/>
              </a:ext>
            </a:extLst>
          </p:cNvPr>
          <p:cNvSpPr>
            <a:spLocks xmlns:a="http://schemas.openxmlformats.org/drawingml/2006/main" noGrp="1"/>
          </p:cNvSpPr>
          <p:nvPr/>
        </p:nvSpPr>
        <p:spPr>
          <a:xfrm xmlns:a="http://schemas.openxmlformats.org/drawingml/2006/main">
            <a:off x="7496175" y="4057650"/>
            <a:ext cx="266700" cy="2857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125" b="0">
                <a:solidFill>
                  <a:srgbClr val="56686A"/>
                </a:solidFill>
                <a:latin typeface="Courier New"/>
                <a:ea typeface="Courier New"/>
                <a:cs typeface="Courier New"/>
              </a:defRPr>
            </a:pPr>
            <a:r>
              <a:rPr sz="1125" b="0">
                <a:solidFill>
                  <a:srgbClr val="56686A"/>
                </a:solidFill>
                <a:latin typeface="Courier New"/>
                <a:ea typeface="Courier New"/>
                <a:cs typeface="Courier New"/>
              </a:rPr>
              <a:t>3</a:t>
            </a:r>
          </a:p>
        </p:txBody>
      </p:sp>
      <p:sp>
        <p:nvSpPr>
          <p:cNvPr id="33" name="placement-name-2">
            <a:extLst xmlns:a="http://schemas.openxmlformats.org/drawingml/2006/main">
              <a:ext uri="{FF2B5EF4-FFF2-40B4-BE49-F238E27FC236}">
                <a16:creationId xmlns:a16="http://schemas.microsoft.com/office/drawing/2014/main" id="{FA72C90D-648C-4452-8FC7-D64602600F3E}"/>
              </a:ext>
            </a:extLst>
          </p:cNvPr>
          <p:cNvSpPr>
            <a:spLocks xmlns:a="http://schemas.openxmlformats.org/drawingml/2006/main" noGrp="1"/>
          </p:cNvSpPr>
          <p:nvPr/>
        </p:nvSpPr>
        <p:spPr>
          <a:xfrm xmlns:a="http://schemas.openxmlformats.org/drawingml/2006/main">
            <a:off x="7877175" y="4029075"/>
            <a:ext cx="26670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725" b="0">
                <a:solidFill>
                  <a:srgbClr val="102E38"/>
                </a:solidFill>
                <a:latin typeface="Arial"/>
                <a:ea typeface="Arial"/>
                <a:cs typeface="Arial"/>
              </a:defRPr>
            </a:pPr>
            <a:r>
              <a:rPr sz="1725" b="0">
                <a:solidFill>
                  <a:srgbClr val="102E38"/>
                </a:solidFill>
                <a:latin typeface="Arial"/>
                <a:ea typeface="Arial"/>
                <a:cs typeface="Arial"/>
              </a:rPr>
              <a:t>Lower arm</a:t>
            </a:r>
          </a:p>
        </p:txBody>
      </p:sp>
      <p:sp>
        <p:nvSpPr>
          <p:cNvPr id="34" name="placement-slots-2">
            <a:extLst xmlns:a="http://schemas.openxmlformats.org/drawingml/2006/main">
              <a:ext uri="{FF2B5EF4-FFF2-40B4-BE49-F238E27FC236}">
                <a16:creationId xmlns:a16="http://schemas.microsoft.com/office/drawing/2014/main" id="{3FF2B899-50ED-4566-B3DB-D1F3797FDE64}"/>
              </a:ext>
            </a:extLst>
          </p:cNvPr>
          <p:cNvSpPr>
            <a:spLocks xmlns:a="http://schemas.openxmlformats.org/drawingml/2006/main" noGrp="1"/>
          </p:cNvSpPr>
          <p:nvPr/>
        </p:nvSpPr>
        <p:spPr>
          <a:xfrm xmlns:a="http://schemas.openxmlformats.org/drawingml/2006/main">
            <a:off x="11239500" y="4029075"/>
            <a:ext cx="6858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1575" b="0">
                <a:solidFill>
                  <a:srgbClr val="102E38"/>
                </a:solidFill>
                <a:latin typeface="Arial"/>
                <a:ea typeface="Arial"/>
                <a:cs typeface="Arial"/>
              </a:defRPr>
            </a:pPr>
            <a:r>
              <a:rPr sz="1575" b="0">
                <a:solidFill>
                  <a:srgbClr val="102E38"/>
                </a:solidFill>
                <a:latin typeface="Arial"/>
                <a:ea typeface="Arial"/>
                <a:cs typeface="Arial"/>
              </a:rPr>
              <a:t>2</a:t>
            </a:r>
          </a:p>
        </p:txBody>
      </p:sp>
      <p:sp>
        <p:nvSpPr>
          <p:cNvPr id="35" name="placement-price-2">
            <a:extLst xmlns:a="http://schemas.openxmlformats.org/drawingml/2006/main">
              <a:ext uri="{FF2B5EF4-FFF2-40B4-BE49-F238E27FC236}">
                <a16:creationId xmlns:a16="http://schemas.microsoft.com/office/drawing/2014/main" id="{7159A623-F2C1-4E10-A16B-4D2718F24CCE}"/>
              </a:ext>
            </a:extLst>
          </p:cNvPr>
          <p:cNvSpPr>
            <a:spLocks xmlns:a="http://schemas.openxmlformats.org/drawingml/2006/main" noGrp="1"/>
          </p:cNvSpPr>
          <p:nvPr/>
        </p:nvSpPr>
        <p:spPr>
          <a:xfrm xmlns:a="http://schemas.openxmlformats.org/drawingml/2006/main">
            <a:off x="13239750" y="4029075"/>
            <a:ext cx="1419225"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r">
              <a:buNone/>
              <a:defRPr sz="1725" b="0">
                <a:solidFill>
                  <a:srgbClr val="102E38"/>
                </a:solidFill>
                <a:latin typeface="Georgia"/>
                <a:ea typeface="Georgia"/>
                <a:cs typeface="Georgia"/>
              </a:defRPr>
            </a:pPr>
            <a:r>
              <a:rPr sz="1725" b="0">
                <a:solidFill>
                  <a:srgbClr val="102E38"/>
                </a:solidFill>
                <a:latin typeface="Georgia"/>
                <a:ea typeface="Georgia"/>
                <a:cs typeface="Georgia"/>
              </a:rPr>
              <a:t>$5,000</a:t>
            </a:r>
          </a:p>
        </p:txBody>
      </p:sp>
      <p:sp>
        <p:nvSpPr>
          <p:cNvPr id="37" name="row-rule-3">
            <a:extLst xmlns:a="http://schemas.openxmlformats.org/drawingml/2006/main">
              <a:ext uri="{FF2B5EF4-FFF2-40B4-BE49-F238E27FC236}">
                <a16:creationId xmlns:a16="http://schemas.microsoft.com/office/drawing/2014/main" id="{FE927755-550B-41E8-BE68-B34C65B92CE1}"/>
              </a:ext>
            </a:extLst>
          </p:cNvPr>
          <p:cNvSpPr>
            <a:spLocks xmlns:a="http://schemas.openxmlformats.org/drawingml/2006/main" noGrp="1"/>
          </p:cNvSpPr>
          <p:nvPr/>
        </p:nvSpPr>
        <p:spPr>
          <a:xfrm xmlns:a="http://schemas.openxmlformats.org/drawingml/2006/main">
            <a:off x="7477125" y="4486275"/>
            <a:ext cx="7181850" cy="9525"/>
          </a:xfrm>
          <a:prstGeom xmlns:a="http://schemas.openxmlformats.org/drawingml/2006/main" prst="rect">
            <a:avLst/>
          </a:prstGeom>
          <a:solidFill xmlns:a="http://schemas.openxmlformats.org/drawingml/2006/main">
            <a:srgbClr val="BCAD86"/>
          </a:solidFill>
        </p:spPr>
      </p:sp>
      <p:sp>
        <p:nvSpPr>
          <p:cNvPr id="38" name="placement-number-3">
            <a:extLst xmlns:a="http://schemas.openxmlformats.org/drawingml/2006/main">
              <a:ext uri="{FF2B5EF4-FFF2-40B4-BE49-F238E27FC236}">
                <a16:creationId xmlns:a16="http://schemas.microsoft.com/office/drawing/2014/main" id="{3238E5EB-FA09-4B8C-BCE3-4497DA39F0F8}"/>
              </a:ext>
            </a:extLst>
          </p:cNvPr>
          <p:cNvSpPr>
            <a:spLocks xmlns:a="http://schemas.openxmlformats.org/drawingml/2006/main" noGrp="1"/>
          </p:cNvSpPr>
          <p:nvPr/>
        </p:nvSpPr>
        <p:spPr>
          <a:xfrm xmlns:a="http://schemas.openxmlformats.org/drawingml/2006/main">
            <a:off x="7496175" y="4610100"/>
            <a:ext cx="266700" cy="2857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125" b="0">
                <a:solidFill>
                  <a:srgbClr val="56686A"/>
                </a:solidFill>
                <a:latin typeface="Courier New"/>
                <a:ea typeface="Courier New"/>
                <a:cs typeface="Courier New"/>
              </a:defRPr>
            </a:pPr>
            <a:r>
              <a:rPr sz="1125" b="0">
                <a:solidFill>
                  <a:srgbClr val="56686A"/>
                </a:solidFill>
                <a:latin typeface="Courier New"/>
                <a:ea typeface="Courier New"/>
                <a:cs typeface="Courier New"/>
              </a:rPr>
              <a:t>4</a:t>
            </a:r>
          </a:p>
        </p:txBody>
      </p:sp>
      <p:sp>
        <p:nvSpPr>
          <p:cNvPr id="39" name="placement-name-3">
            <a:extLst xmlns:a="http://schemas.openxmlformats.org/drawingml/2006/main">
              <a:ext uri="{FF2B5EF4-FFF2-40B4-BE49-F238E27FC236}">
                <a16:creationId xmlns:a16="http://schemas.microsoft.com/office/drawing/2014/main" id="{37624AFC-AB39-4E42-BCA1-7448D02FAC03}"/>
              </a:ext>
            </a:extLst>
          </p:cNvPr>
          <p:cNvSpPr>
            <a:spLocks xmlns:a="http://schemas.openxmlformats.org/drawingml/2006/main" noGrp="1"/>
          </p:cNvSpPr>
          <p:nvPr/>
        </p:nvSpPr>
        <p:spPr>
          <a:xfrm xmlns:a="http://schemas.openxmlformats.org/drawingml/2006/main">
            <a:off x="7877175" y="4581525"/>
            <a:ext cx="26670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725" b="0">
                <a:solidFill>
                  <a:srgbClr val="102E38"/>
                </a:solidFill>
                <a:latin typeface="Arial"/>
                <a:ea typeface="Arial"/>
                <a:cs typeface="Arial"/>
              </a:defRPr>
            </a:pPr>
            <a:r>
              <a:rPr sz="1725" b="0">
                <a:solidFill>
                  <a:srgbClr val="102E38"/>
                </a:solidFill>
                <a:latin typeface="Arial"/>
                <a:ea typeface="Arial"/>
                <a:cs typeface="Arial"/>
              </a:rPr>
              <a:t>Left chest</a:t>
            </a:r>
          </a:p>
        </p:txBody>
      </p:sp>
      <p:sp>
        <p:nvSpPr>
          <p:cNvPr id="40" name="placement-slots-3">
            <a:extLst xmlns:a="http://schemas.openxmlformats.org/drawingml/2006/main">
              <a:ext uri="{FF2B5EF4-FFF2-40B4-BE49-F238E27FC236}">
                <a16:creationId xmlns:a16="http://schemas.microsoft.com/office/drawing/2014/main" id="{C3DF1D47-4B49-4F38-BD74-4F1D56E3DA6A}"/>
              </a:ext>
            </a:extLst>
          </p:cNvPr>
          <p:cNvSpPr>
            <a:spLocks xmlns:a="http://schemas.openxmlformats.org/drawingml/2006/main" noGrp="1"/>
          </p:cNvSpPr>
          <p:nvPr/>
        </p:nvSpPr>
        <p:spPr>
          <a:xfrm xmlns:a="http://schemas.openxmlformats.org/drawingml/2006/main">
            <a:off x="11239500" y="4581525"/>
            <a:ext cx="6858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1575" b="0">
                <a:solidFill>
                  <a:srgbClr val="102E38"/>
                </a:solidFill>
                <a:latin typeface="Arial"/>
                <a:ea typeface="Arial"/>
                <a:cs typeface="Arial"/>
              </a:defRPr>
            </a:pPr>
            <a:r>
              <a:rPr sz="1575" b="0">
                <a:solidFill>
                  <a:srgbClr val="102E38"/>
                </a:solidFill>
                <a:latin typeface="Arial"/>
                <a:ea typeface="Arial"/>
                <a:cs typeface="Arial"/>
              </a:rPr>
              <a:t>1</a:t>
            </a:r>
          </a:p>
        </p:txBody>
      </p:sp>
      <p:sp>
        <p:nvSpPr>
          <p:cNvPr id="41" name="placement-price-3">
            <a:extLst xmlns:a="http://schemas.openxmlformats.org/drawingml/2006/main">
              <a:ext uri="{FF2B5EF4-FFF2-40B4-BE49-F238E27FC236}">
                <a16:creationId xmlns:a16="http://schemas.microsoft.com/office/drawing/2014/main" id="{ABC306AF-26EE-4EA2-BB3D-C5C1B09C7515}"/>
              </a:ext>
            </a:extLst>
          </p:cNvPr>
          <p:cNvSpPr>
            <a:spLocks xmlns:a="http://schemas.openxmlformats.org/drawingml/2006/main" noGrp="1"/>
          </p:cNvSpPr>
          <p:nvPr/>
        </p:nvSpPr>
        <p:spPr>
          <a:xfrm xmlns:a="http://schemas.openxmlformats.org/drawingml/2006/main">
            <a:off x="13239750" y="4581525"/>
            <a:ext cx="1419225"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r">
              <a:buNone/>
              <a:defRPr sz="1725" b="0">
                <a:solidFill>
                  <a:srgbClr val="102E38"/>
                </a:solidFill>
                <a:latin typeface="Georgia"/>
                <a:ea typeface="Georgia"/>
                <a:cs typeface="Georgia"/>
              </a:defRPr>
            </a:pPr>
            <a:r>
              <a:rPr sz="1725" b="0">
                <a:solidFill>
                  <a:srgbClr val="102E38"/>
                </a:solidFill>
                <a:latin typeface="Georgia"/>
                <a:ea typeface="Georgia"/>
                <a:cs typeface="Georgia"/>
              </a:rPr>
              <a:t>$12,500</a:t>
            </a:r>
          </a:p>
        </p:txBody>
      </p:sp>
      <p:sp>
        <p:nvSpPr>
          <p:cNvPr id="43" name="row-rule-4">
            <a:extLst xmlns:a="http://schemas.openxmlformats.org/drawingml/2006/main">
              <a:ext uri="{FF2B5EF4-FFF2-40B4-BE49-F238E27FC236}">
                <a16:creationId xmlns:a16="http://schemas.microsoft.com/office/drawing/2014/main" id="{03F8C9ED-9BFA-4266-AE7A-F5691A702EFF}"/>
              </a:ext>
            </a:extLst>
          </p:cNvPr>
          <p:cNvSpPr>
            <a:spLocks xmlns:a="http://schemas.openxmlformats.org/drawingml/2006/main" noGrp="1"/>
          </p:cNvSpPr>
          <p:nvPr/>
        </p:nvSpPr>
        <p:spPr>
          <a:xfrm xmlns:a="http://schemas.openxmlformats.org/drawingml/2006/main">
            <a:off x="7477125" y="5038725"/>
            <a:ext cx="7181850" cy="9525"/>
          </a:xfrm>
          <a:prstGeom xmlns:a="http://schemas.openxmlformats.org/drawingml/2006/main" prst="rect">
            <a:avLst/>
          </a:prstGeom>
          <a:solidFill xmlns:a="http://schemas.openxmlformats.org/drawingml/2006/main">
            <a:srgbClr val="BCAD86"/>
          </a:solidFill>
        </p:spPr>
      </p:sp>
      <p:sp>
        <p:nvSpPr>
          <p:cNvPr id="44" name="placement-number-4">
            <a:extLst xmlns:a="http://schemas.openxmlformats.org/drawingml/2006/main">
              <a:ext uri="{FF2B5EF4-FFF2-40B4-BE49-F238E27FC236}">
                <a16:creationId xmlns:a16="http://schemas.microsoft.com/office/drawing/2014/main" id="{73C457EC-9489-4AC6-BD00-891DBAB1A384}"/>
              </a:ext>
            </a:extLst>
          </p:cNvPr>
          <p:cNvSpPr>
            <a:spLocks xmlns:a="http://schemas.openxmlformats.org/drawingml/2006/main" noGrp="1"/>
          </p:cNvSpPr>
          <p:nvPr/>
        </p:nvSpPr>
        <p:spPr>
          <a:xfrm xmlns:a="http://schemas.openxmlformats.org/drawingml/2006/main">
            <a:off x="7496175" y="5162550"/>
            <a:ext cx="266700" cy="2857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125" b="0">
                <a:solidFill>
                  <a:srgbClr val="56686A"/>
                </a:solidFill>
                <a:latin typeface="Courier New"/>
                <a:ea typeface="Courier New"/>
                <a:cs typeface="Courier New"/>
              </a:defRPr>
            </a:pPr>
            <a:r>
              <a:rPr sz="1125" b="0">
                <a:solidFill>
                  <a:srgbClr val="56686A"/>
                </a:solidFill>
                <a:latin typeface="Courier New"/>
                <a:ea typeface="Courier New"/>
                <a:cs typeface="Courier New"/>
              </a:rPr>
              <a:t>5</a:t>
            </a:r>
          </a:p>
        </p:txBody>
      </p:sp>
      <p:sp>
        <p:nvSpPr>
          <p:cNvPr id="45" name="placement-name-4">
            <a:extLst xmlns:a="http://schemas.openxmlformats.org/drawingml/2006/main">
              <a:ext uri="{FF2B5EF4-FFF2-40B4-BE49-F238E27FC236}">
                <a16:creationId xmlns:a16="http://schemas.microsoft.com/office/drawing/2014/main" id="{16449C19-3B89-4CA3-8CCB-71E4C462DB34}"/>
              </a:ext>
            </a:extLst>
          </p:cNvPr>
          <p:cNvSpPr>
            <a:spLocks xmlns:a="http://schemas.openxmlformats.org/drawingml/2006/main" noGrp="1"/>
          </p:cNvSpPr>
          <p:nvPr/>
        </p:nvSpPr>
        <p:spPr>
          <a:xfrm xmlns:a="http://schemas.openxmlformats.org/drawingml/2006/main">
            <a:off x="7877175" y="5133975"/>
            <a:ext cx="26670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725" b="0">
                <a:solidFill>
                  <a:srgbClr val="102E38"/>
                </a:solidFill>
                <a:latin typeface="Arial"/>
                <a:ea typeface="Arial"/>
                <a:cs typeface="Arial"/>
              </a:defRPr>
            </a:pPr>
            <a:r>
              <a:rPr sz="1725" b="0">
                <a:solidFill>
                  <a:srgbClr val="102E38"/>
                </a:solidFill>
                <a:latin typeface="Arial"/>
                <a:ea typeface="Arial"/>
                <a:cs typeface="Arial"/>
              </a:rPr>
              <a:t>Right front</a:t>
            </a:r>
          </a:p>
        </p:txBody>
      </p:sp>
      <p:sp>
        <p:nvSpPr>
          <p:cNvPr id="46" name="placement-slots-4">
            <a:extLst xmlns:a="http://schemas.openxmlformats.org/drawingml/2006/main">
              <a:ext uri="{FF2B5EF4-FFF2-40B4-BE49-F238E27FC236}">
                <a16:creationId xmlns:a16="http://schemas.microsoft.com/office/drawing/2014/main" id="{E71A654E-B4F2-40B2-9B65-8293B21C0B6C}"/>
              </a:ext>
            </a:extLst>
          </p:cNvPr>
          <p:cNvSpPr>
            <a:spLocks xmlns:a="http://schemas.openxmlformats.org/drawingml/2006/main" noGrp="1"/>
          </p:cNvSpPr>
          <p:nvPr/>
        </p:nvSpPr>
        <p:spPr>
          <a:xfrm xmlns:a="http://schemas.openxmlformats.org/drawingml/2006/main">
            <a:off x="11239500" y="5133975"/>
            <a:ext cx="6858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1575" b="0">
                <a:solidFill>
                  <a:srgbClr val="102E38"/>
                </a:solidFill>
                <a:latin typeface="Arial"/>
                <a:ea typeface="Arial"/>
                <a:cs typeface="Arial"/>
              </a:defRPr>
            </a:pPr>
            <a:r>
              <a:rPr sz="1575" b="0">
                <a:solidFill>
                  <a:srgbClr val="102E38"/>
                </a:solidFill>
                <a:latin typeface="Arial"/>
                <a:ea typeface="Arial"/>
                <a:cs typeface="Arial"/>
              </a:rPr>
              <a:t>2</a:t>
            </a:r>
          </a:p>
        </p:txBody>
      </p:sp>
      <p:sp>
        <p:nvSpPr>
          <p:cNvPr id="47" name="placement-price-4">
            <a:extLst xmlns:a="http://schemas.openxmlformats.org/drawingml/2006/main">
              <a:ext uri="{FF2B5EF4-FFF2-40B4-BE49-F238E27FC236}">
                <a16:creationId xmlns:a16="http://schemas.microsoft.com/office/drawing/2014/main" id="{8B202565-0E59-4C4B-9153-7B18EE3AD87C}"/>
              </a:ext>
            </a:extLst>
          </p:cNvPr>
          <p:cNvSpPr>
            <a:spLocks xmlns:a="http://schemas.openxmlformats.org/drawingml/2006/main" noGrp="1"/>
          </p:cNvSpPr>
          <p:nvPr/>
        </p:nvSpPr>
        <p:spPr>
          <a:xfrm xmlns:a="http://schemas.openxmlformats.org/drawingml/2006/main">
            <a:off x="13239750" y="5133975"/>
            <a:ext cx="1419225"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r">
              <a:buNone/>
              <a:defRPr sz="1725" b="0">
                <a:solidFill>
                  <a:srgbClr val="102E38"/>
                </a:solidFill>
                <a:latin typeface="Georgia"/>
                <a:ea typeface="Georgia"/>
                <a:cs typeface="Georgia"/>
              </a:defRPr>
            </a:pPr>
            <a:r>
              <a:rPr sz="1725" b="0">
                <a:solidFill>
                  <a:srgbClr val="102E38"/>
                </a:solidFill>
                <a:latin typeface="Georgia"/>
                <a:ea typeface="Georgia"/>
                <a:cs typeface="Georgia"/>
              </a:rPr>
              <a:t>$10,000</a:t>
            </a:r>
          </a:p>
        </p:txBody>
      </p:sp>
      <p:sp>
        <p:nvSpPr>
          <p:cNvPr id="49" name="premium-back-highlight">
            <a:extLst xmlns:a="http://schemas.openxmlformats.org/drawingml/2006/main">
              <a:ext uri="{FF2B5EF4-FFF2-40B4-BE49-F238E27FC236}">
                <a16:creationId xmlns:a16="http://schemas.microsoft.com/office/drawing/2014/main" id="{4FE3ECFB-20B0-4E43-AF6F-CCC90F64C6D8}"/>
              </a:ext>
            </a:extLst>
          </p:cNvPr>
          <p:cNvSpPr>
            <a:spLocks xmlns:a="http://schemas.openxmlformats.org/drawingml/2006/main" noGrp="1"/>
          </p:cNvSpPr>
          <p:nvPr/>
        </p:nvSpPr>
        <p:spPr>
          <a:xfrm xmlns:a="http://schemas.openxmlformats.org/drawingml/2006/main">
            <a:off x="7362825" y="5600700"/>
            <a:ext cx="7315200" cy="552450"/>
          </a:xfrm>
          <a:prstGeom xmlns:a="http://schemas.openxmlformats.org/drawingml/2006/main" prst="rect">
            <a:avLst/>
          </a:prstGeom>
          <a:solidFill xmlns:a="http://schemas.openxmlformats.org/drawingml/2006/main">
            <a:srgbClr val="102E38"/>
          </a:solidFill>
        </p:spPr>
      </p:sp>
      <p:sp>
        <p:nvSpPr>
          <p:cNvPr id="50" name="placement-number-5">
            <a:extLst xmlns:a="http://schemas.openxmlformats.org/drawingml/2006/main">
              <a:ext uri="{FF2B5EF4-FFF2-40B4-BE49-F238E27FC236}">
                <a16:creationId xmlns:a16="http://schemas.microsoft.com/office/drawing/2014/main" id="{52163099-08AF-4F74-BF30-29DF39700BCD}"/>
              </a:ext>
            </a:extLst>
          </p:cNvPr>
          <p:cNvSpPr>
            <a:spLocks xmlns:a="http://schemas.openxmlformats.org/drawingml/2006/main" noGrp="1"/>
          </p:cNvSpPr>
          <p:nvPr/>
        </p:nvSpPr>
        <p:spPr>
          <a:xfrm xmlns:a="http://schemas.openxmlformats.org/drawingml/2006/main">
            <a:off x="7496175" y="5715000"/>
            <a:ext cx="266700" cy="2857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125" b="0">
                <a:solidFill>
                  <a:srgbClr val="D5B477"/>
                </a:solidFill>
                <a:latin typeface="Courier New"/>
                <a:ea typeface="Courier New"/>
                <a:cs typeface="Courier New"/>
              </a:defRPr>
            </a:pPr>
            <a:r>
              <a:rPr sz="1125" b="0">
                <a:solidFill>
                  <a:srgbClr val="D5B477"/>
                </a:solidFill>
                <a:latin typeface="Courier New"/>
                <a:ea typeface="Courier New"/>
                <a:cs typeface="Courier New"/>
              </a:rPr>
              <a:t>6</a:t>
            </a:r>
          </a:p>
        </p:txBody>
      </p:sp>
      <p:sp>
        <p:nvSpPr>
          <p:cNvPr id="51" name="placement-name-5">
            <a:extLst xmlns:a="http://schemas.openxmlformats.org/drawingml/2006/main">
              <a:ext uri="{FF2B5EF4-FFF2-40B4-BE49-F238E27FC236}">
                <a16:creationId xmlns:a16="http://schemas.microsoft.com/office/drawing/2014/main" id="{62D75C8E-0DAF-4352-99CE-C2D9365738BD}"/>
              </a:ext>
            </a:extLst>
          </p:cNvPr>
          <p:cNvSpPr>
            <a:spLocks xmlns:a="http://schemas.openxmlformats.org/drawingml/2006/main" noGrp="1"/>
          </p:cNvSpPr>
          <p:nvPr/>
        </p:nvSpPr>
        <p:spPr>
          <a:xfrm xmlns:a="http://schemas.openxmlformats.org/drawingml/2006/main">
            <a:off x="7877175" y="5686425"/>
            <a:ext cx="26670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725" b="1">
                <a:solidFill>
                  <a:srgbClr val="F3EFDF"/>
                </a:solidFill>
                <a:latin typeface="Arial"/>
                <a:ea typeface="Arial"/>
                <a:cs typeface="Arial"/>
              </a:defRPr>
            </a:pPr>
            <a:r>
              <a:rPr sz="1725" b="1">
                <a:solidFill>
                  <a:srgbClr val="F3EFDF"/>
                </a:solidFill>
                <a:latin typeface="Arial"/>
                <a:ea typeface="Arial"/>
                <a:cs typeface="Arial"/>
              </a:rPr>
              <a:t>Large back</a:t>
            </a:r>
          </a:p>
        </p:txBody>
      </p:sp>
      <p:sp>
        <p:nvSpPr>
          <p:cNvPr id="52" name="placement-slots-5">
            <a:extLst xmlns:a="http://schemas.openxmlformats.org/drawingml/2006/main">
              <a:ext uri="{FF2B5EF4-FFF2-40B4-BE49-F238E27FC236}">
                <a16:creationId xmlns:a16="http://schemas.microsoft.com/office/drawing/2014/main" id="{AD12FD7F-7C5E-4BB7-8E3E-FECAD564DD61}"/>
              </a:ext>
            </a:extLst>
          </p:cNvPr>
          <p:cNvSpPr>
            <a:spLocks xmlns:a="http://schemas.openxmlformats.org/drawingml/2006/main" noGrp="1"/>
          </p:cNvSpPr>
          <p:nvPr/>
        </p:nvSpPr>
        <p:spPr>
          <a:xfrm xmlns:a="http://schemas.openxmlformats.org/drawingml/2006/main">
            <a:off x="11239500" y="5686425"/>
            <a:ext cx="685800"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ctr">
              <a:buNone/>
              <a:defRPr sz="1575" b="0">
                <a:solidFill>
                  <a:srgbClr val="F3EFDF"/>
                </a:solidFill>
                <a:latin typeface="Arial"/>
                <a:ea typeface="Arial"/>
                <a:cs typeface="Arial"/>
              </a:defRPr>
            </a:pPr>
            <a:r>
              <a:rPr sz="1575" b="0">
                <a:solidFill>
                  <a:srgbClr val="F3EFDF"/>
                </a:solidFill>
                <a:latin typeface="Arial"/>
                <a:ea typeface="Arial"/>
                <a:cs typeface="Arial"/>
              </a:rPr>
              <a:t>1</a:t>
            </a:r>
          </a:p>
        </p:txBody>
      </p:sp>
      <p:sp>
        <p:nvSpPr>
          <p:cNvPr id="53" name="placement-price-5">
            <a:extLst xmlns:a="http://schemas.openxmlformats.org/drawingml/2006/main">
              <a:ext uri="{FF2B5EF4-FFF2-40B4-BE49-F238E27FC236}">
                <a16:creationId xmlns:a16="http://schemas.microsoft.com/office/drawing/2014/main" id="{98E0FC70-8B1E-46E1-B564-72CB28AE8D1D}"/>
              </a:ext>
            </a:extLst>
          </p:cNvPr>
          <p:cNvSpPr>
            <a:spLocks xmlns:a="http://schemas.openxmlformats.org/drawingml/2006/main" noGrp="1"/>
          </p:cNvSpPr>
          <p:nvPr/>
        </p:nvSpPr>
        <p:spPr>
          <a:xfrm xmlns:a="http://schemas.openxmlformats.org/drawingml/2006/main">
            <a:off x="13239750" y="5686425"/>
            <a:ext cx="1419225" cy="32385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r">
              <a:buNone/>
              <a:defRPr sz="1725" b="0">
                <a:solidFill>
                  <a:srgbClr val="F3EFDF"/>
                </a:solidFill>
                <a:latin typeface="Georgia"/>
                <a:ea typeface="Georgia"/>
                <a:cs typeface="Georgia"/>
              </a:defRPr>
            </a:pPr>
            <a:r>
              <a:rPr sz="1725" b="0">
                <a:solidFill>
                  <a:srgbClr val="F3EFDF"/>
                </a:solidFill>
                <a:latin typeface="Georgia"/>
                <a:ea typeface="Georgia"/>
                <a:cs typeface="Georgia"/>
              </a:rPr>
              <a:t>$25,000</a:t>
            </a:r>
          </a:p>
        </p:txBody>
      </p:sp>
      <p:sp>
        <p:nvSpPr>
          <p:cNvPr id="59" name="terms">
            <a:extLst xmlns:a="http://schemas.openxmlformats.org/drawingml/2006/main">
              <a:ext uri="{FF2B5EF4-FFF2-40B4-BE49-F238E27FC236}">
                <a16:creationId xmlns:a16="http://schemas.microsoft.com/office/drawing/2014/main" id="{76968606-EB12-40C1-99BC-C774E53E1E4D}"/>
              </a:ext>
            </a:extLst>
          </p:cNvPr>
          <p:cNvSpPr>
            <a:spLocks xmlns:a="http://schemas.openxmlformats.org/drawingml/2006/main" noGrp="1"/>
          </p:cNvSpPr>
          <p:nvPr/>
        </p:nvSpPr>
        <p:spPr>
          <a:xfrm xmlns:a="http://schemas.openxmlformats.org/drawingml/2006/main">
            <a:off x="7477125" y="6343650"/>
            <a:ext cx="7181850" cy="238125"/>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200" b="0">
                <a:solidFill>
                  <a:srgbClr val="56686A"/>
                </a:solidFill>
                <a:latin typeface="Arial"/>
                <a:ea typeface="Arial"/>
                <a:cs typeface="Arial"/>
              </a:defRPr>
            </a:pPr>
            <a:r>
              <a:rPr sz="1200" b="0">
                <a:solidFill>
                  <a:srgbClr val="56686A"/>
                </a:solidFill>
                <a:latin typeface="Arial"/>
                <a:ea typeface="Arial"/>
                <a:cs typeface="Arial"/>
              </a:rPr>
              <a:t>Each placement covers approximately 22 parkas. Tickets are separate.</a:t>
            </a:r>
          </a:p>
        </p:txBody>
      </p:sp>
      <p:sp>
        <p:nvSpPr>
          <p:cNvPr id="60" name="terms-second">
            <a:extLst xmlns:a="http://schemas.openxmlformats.org/drawingml/2006/main">
              <a:ext uri="{FF2B5EF4-FFF2-40B4-BE49-F238E27FC236}">
                <a16:creationId xmlns:a16="http://schemas.microsoft.com/office/drawing/2014/main" id="{E6F16F5F-0AC2-4955-8473-869570175677}"/>
              </a:ext>
            </a:extLst>
          </p:cNvPr>
          <p:cNvSpPr>
            <a:spLocks xmlns:a="http://schemas.openxmlformats.org/drawingml/2006/main" noGrp="1"/>
          </p:cNvSpPr>
          <p:nvPr/>
        </p:nvSpPr>
        <p:spPr>
          <a:xfrm xmlns:a="http://schemas.openxmlformats.org/drawingml/2006/main">
            <a:off x="7477125" y="6715125"/>
            <a:ext cx="7181850" cy="1066800"/>
          </a:xfrm>
          <a:prstGeom xmlns:a="http://schemas.openxmlformats.org/drawingml/2006/main" prst="rect">
            <a:avLst/>
          </a:prstGeom>
        </p:spPr>
        <p:txBody>
          <a:bodyPr xmlns:a="http://schemas.openxmlformats.org/drawingml/2006/main" wrap="none" lIns="0" tIns="0" rIns="0" bIns="0" anchor="ctr"/>
          <a:lstStyle xmlns:a="http://schemas.openxmlformats.org/drawingml/2006/main"/>
          <a:p xmlns:a="http://schemas.openxmlformats.org/drawingml/2006/main">
            <a:pPr algn="l">
              <a:buNone/>
              <a:defRPr sz="1200" b="0">
                <a:solidFill>
                  <a:srgbClr val="56686A"/>
                </a:solidFill>
                <a:latin typeface="Arial"/>
                <a:ea typeface="Arial"/>
                <a:cs typeface="Arial"/>
              </a:defRPr>
            </a:pPr>
            <a:r>
              <a:rPr sz="1275" b="0">
                <a:solidFill>
                  <a:srgbClr val="56686A"/>
                </a:solidFill>
                <a:latin typeface="Arial"/>
                <a:ea typeface="Arial"/>
                <a:cs typeface="Arial"/>
              </a:rPr>
              <a:t>Benefits include linked website acknowledgment, inclusion in a sponsor announcement
and expedition recap, and an agreed selection of expedition photographs for
promotional use. Photo permissions and final deliverables will be agreed with each sponsor.
Placement concept only. Final details agreed with each sponsor.</a:t>
            </a:r>
          </a:p>
        </p:txBody>
      </p:sp>
      <p:sp>
        <p:nvSpPr>
          <p:cNvPr id="65" name="sponsor-contact">
            <a:extLst xmlns:a="http://schemas.openxmlformats.org/drawingml/2006/main">
              <a:ext uri="{FF2B5EF4-FFF2-40B4-BE49-F238E27FC236}">
                <a16:creationId xmlns:a16="http://schemas.microsoft.com/office/drawing/2014/main" id="{66091E7F-B706-4E83-B40E-DFF0923F283A}"/>
              </a:ext>
            </a:extLst>
          </p:cNvPr>
          <p:cNvSpPr>
            <a:spLocks xmlns:a="http://schemas.openxmlformats.org/drawingml/2006/main" noGrp="1"/>
          </p:cNvSpPr>
          <p:nvPr/>
        </p:nvSpPr>
        <p:spPr>
          <a:xfrm xmlns:a="http://schemas.openxmlformats.org/drawingml/2006/main">
            <a:off x="7477125" y="7886700"/>
            <a:ext cx="6953250" cy="4191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400" b="1">
                <a:solidFill>
                  <a:srgbClr val="12343E"/>
                </a:solidFill>
                <a:latin typeface="Arial"/>
                <a:ea typeface="Arial"/>
                <a:cs typeface="Arial"/>
              </a:defRPr>
            </a:pPr>
            <a:r>
              <a:rPr sz="2400" b="1">
                <a:solidFill>
                  <a:srgbClr val="12343E"/>
                </a:solidFill>
                <a:latin typeface="Arial"/>
                <a:ea typeface="Arial"/>
                <a:cs typeface="Arial"/>
              </a:rPr>
              <a:t>sponsor@btcpp.dev</a:t>
            </a:r>
          </a:p>
        </p:txBody>
      </p:sp>
    </p:spTree>
    <p:extLst>
      <p:ext uri="{BB962C8B-B14F-4D97-AF65-F5344CB8AC3E}">
        <p14:creationId xmlns:p14="http://schemas.microsoft.com/office/powerpoint/2010/main" val="3541871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2026-10-23T20:26:46.9990000Z</dcterms:created>
  <dcterms:modified xsi:type="dcterms:W3CDTF">2026-10-23T20:26:46.9990000Z</dcterms:modified>
</coreProperties>
</file>